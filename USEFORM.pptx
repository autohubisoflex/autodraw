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B8F27E"/>
    <a:srgbClr val="66FFCC"/>
    <a:srgbClr val="00FF00"/>
    <a:srgbClr val="00FFCC"/>
    <a:srgbClr val="FF9933"/>
    <a:srgbClr val="FF00FF"/>
    <a:srgbClr val="0066FF"/>
    <a:srgbClr val="0099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3F5DF-305B-DA26-1CBB-042594E1D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1D907F-A7DB-3B12-E24E-A58F75AAD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22E6D6-8CE5-8329-A6A1-FEDDC748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500A6C-6900-B9AC-1EF6-33F5182B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FE6917-9503-EFF8-0FF6-D210B395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84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56BA9-9193-3D48-0334-79A650DB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3B5647-617E-1A18-7B2A-ADFB0790B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1C0A03-F1E8-8E1C-6D99-C0D31665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1CD4A4-38C0-FFAC-CE68-FEC84AEB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22EDA3-43E8-941A-5426-40013B37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209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F3A2B-B034-DB66-44EB-62BD0016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22A2DA-6C54-628E-DB23-92CBA222E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84A91-EC19-038C-EC87-CA4C5D22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B2530A-1099-1815-236D-E606A787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9C8C7A-E22D-9FBD-0D47-396335FA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09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A7D82-9480-D371-1084-EF01D121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D39588-52CD-C135-BE39-B2F6738AD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8D0941-C3D6-7DB1-B2F1-EDEA3D76F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0D9B6B-1983-3E0E-8DBA-ED6CF399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38BD08-8E8A-2A65-0FFB-76E22AF3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0EADC7-1F5D-12F7-9E2E-E9CAFC67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70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FC49C-829F-E7A5-4E13-776A42B37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B6F907-E1DD-0C3A-D004-7B120BDFF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743B07-AB51-D338-DCBD-87C3FDDB2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CA080CE-6884-B080-7DC8-E24873B8A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45B731F-6241-E560-F126-0F89BD240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7E6EB03-10B3-1F74-7BAB-14614E8C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1A78A4-B53C-5572-8C61-6048B386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DECDF0B-2B23-06E8-09AD-05A15EB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36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10092-7AF5-2F06-F7C8-C1468161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32875-77DC-F5BC-C9C9-67684F430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3469A5-C902-2039-63DF-4B0CCB55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3B854CE-6A32-2ABF-D51C-E8D58657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77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98C36A-0428-8AB0-0B17-A4410F9B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B28F5B-534D-DA76-5D42-44329FC5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CB3DA8-BF9F-7B53-2D35-14CF0BF7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2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767DD-BC4A-739D-6F71-B0170A69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36E07-BA2A-4041-D72C-464AACCA7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BCF522-73B7-F24C-ABE6-4E42FB585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816DCC-7D7B-5AEE-2A1F-1C3878DE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965196-E18A-4DFF-1A7B-E14149DE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17C53D-5167-8C42-B6CD-17EDEA01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38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DAC7F-A997-5F7D-54D8-DC27D842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5102128-82EA-725B-0C6D-5E5C433B9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A160EE-D8EB-B32E-501B-48CB952FC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006507-8CFB-0B87-C9AB-1DACB6BF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088350-D5E8-2BCE-B7DC-134D1A6A6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DFCF7B-1FFB-5C73-84BC-15DCBEE4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04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47582-078E-A6F2-26CC-4E1C01C98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548BCE-DA7B-A62D-462F-EC6E92F54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E7909-8B9B-5457-8539-DABBA9C77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CEE397-7B7D-9E8B-51FE-3702FC8B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B02ED4-681D-66CB-0A38-0251E182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09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01A17F-6E07-C72F-F97E-1A5452D4F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67D845-EA7D-6C55-BBDF-8D7AA79A9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0F29E6-81F9-0165-F7F0-0A9CE2E3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ADB302-11FD-C1CD-EA5B-7A7717FD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4B6C93-1196-9585-1E82-99EB1B2A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81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63503A-5F56-4B2C-C11A-D215DDB9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F2068B-B530-A140-7D5E-7982E7961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325FDC-C5B5-732A-67FC-3DD5622FF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B6205-3EB8-4F93-874C-9822E7AC7CB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01629C-B0FC-D80F-7300-17610E776F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4FF633-A407-71A8-CB2F-EFDCA6526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E3060-8936-45E0-BC12-47997776A8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30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e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svg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e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769F-C7C3-6CF9-7C81-A5EC2AB8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2021731-55E5-6CD4-0FA2-BEAEEAFD4F9D}"/>
              </a:ext>
            </a:extLst>
          </p:cNvPr>
          <p:cNvSpPr/>
          <p:nvPr/>
        </p:nvSpPr>
        <p:spPr>
          <a:xfrm>
            <a:off x="1032094" y="594360"/>
            <a:ext cx="8999145" cy="6023723"/>
          </a:xfrm>
          <a:prstGeom prst="roundRect">
            <a:avLst>
              <a:gd name="adj" fmla="val 20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6093D75F-9B21-9B05-7069-766FF12C9CB8}"/>
              </a:ext>
            </a:extLst>
          </p:cNvPr>
          <p:cNvSpPr/>
          <p:nvPr/>
        </p:nvSpPr>
        <p:spPr>
          <a:xfrm>
            <a:off x="1032093" y="1159245"/>
            <a:ext cx="8999145" cy="5469819"/>
          </a:xfrm>
          <a:prstGeom prst="roundRect">
            <a:avLst>
              <a:gd name="adj" fmla="val 200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74CE50BE-B1C0-A06A-F348-61D97ED240C8}"/>
              </a:ext>
            </a:extLst>
          </p:cNvPr>
          <p:cNvGrpSpPr/>
          <p:nvPr/>
        </p:nvGrpSpPr>
        <p:grpSpPr>
          <a:xfrm>
            <a:off x="1190934" y="3343393"/>
            <a:ext cx="2136618" cy="363822"/>
            <a:chOff x="1190934" y="3343393"/>
            <a:chExt cx="2136618" cy="363822"/>
          </a:xfrm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9F6CD744-64F7-C2DC-0080-343FF44E751D}"/>
                </a:ext>
              </a:extLst>
            </p:cNvPr>
            <p:cNvSpPr/>
            <p:nvPr/>
          </p:nvSpPr>
          <p:spPr>
            <a:xfrm>
              <a:off x="1190934" y="3345077"/>
              <a:ext cx="2136618" cy="362138"/>
            </a:xfrm>
            <a:prstGeom prst="roundRect">
              <a:avLst/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0" name="Retângulo: Cantos Arredondados 69">
              <a:extLst>
                <a:ext uri="{FF2B5EF4-FFF2-40B4-BE49-F238E27FC236}">
                  <a16:creationId xmlns:a16="http://schemas.microsoft.com/office/drawing/2014/main" id="{CFD28C8D-C253-242A-7B2F-46079BCD28AD}"/>
                </a:ext>
              </a:extLst>
            </p:cNvPr>
            <p:cNvSpPr/>
            <p:nvPr/>
          </p:nvSpPr>
          <p:spPr>
            <a:xfrm>
              <a:off x="1190934" y="3343393"/>
              <a:ext cx="2136618" cy="362138"/>
            </a:xfrm>
            <a:prstGeom prst="roundRect">
              <a:avLst/>
            </a:prstGeom>
            <a:gradFill flip="none" rotWithShape="1">
              <a:gsLst>
                <a:gs pos="14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3789E0FE-93FE-9062-C1ED-DE7E4A83A2D2}"/>
              </a:ext>
            </a:extLst>
          </p:cNvPr>
          <p:cNvGrpSpPr/>
          <p:nvPr/>
        </p:nvGrpSpPr>
        <p:grpSpPr>
          <a:xfrm>
            <a:off x="1190934" y="4357093"/>
            <a:ext cx="2136618" cy="363822"/>
            <a:chOff x="1190934" y="4357093"/>
            <a:chExt cx="2136618" cy="363822"/>
          </a:xfrm>
        </p:grpSpPr>
        <p:sp>
          <p:nvSpPr>
            <p:cNvPr id="77" name="Retângulo: Cantos Arredondados 76">
              <a:extLst>
                <a:ext uri="{FF2B5EF4-FFF2-40B4-BE49-F238E27FC236}">
                  <a16:creationId xmlns:a16="http://schemas.microsoft.com/office/drawing/2014/main" id="{27BFB031-0B07-318C-7954-6AFA2BE0CA7A}"/>
                </a:ext>
              </a:extLst>
            </p:cNvPr>
            <p:cNvSpPr/>
            <p:nvPr/>
          </p:nvSpPr>
          <p:spPr>
            <a:xfrm>
              <a:off x="1190934" y="4358777"/>
              <a:ext cx="2136618" cy="362138"/>
            </a:xfrm>
            <a:prstGeom prst="roundRect">
              <a:avLst/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Retângulo: Cantos Arredondados 77">
              <a:extLst>
                <a:ext uri="{FF2B5EF4-FFF2-40B4-BE49-F238E27FC236}">
                  <a16:creationId xmlns:a16="http://schemas.microsoft.com/office/drawing/2014/main" id="{E9A53054-5861-34A7-93B5-81A334D00FFA}"/>
                </a:ext>
              </a:extLst>
            </p:cNvPr>
            <p:cNvSpPr/>
            <p:nvPr/>
          </p:nvSpPr>
          <p:spPr>
            <a:xfrm>
              <a:off x="1190934" y="4357093"/>
              <a:ext cx="2136618" cy="362138"/>
            </a:xfrm>
            <a:prstGeom prst="roundRect">
              <a:avLst/>
            </a:prstGeom>
            <a:gradFill flip="none" rotWithShape="1">
              <a:gsLst>
                <a:gs pos="14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5BCBF892-0870-D208-0E0C-C909AA6C7CBE}"/>
              </a:ext>
            </a:extLst>
          </p:cNvPr>
          <p:cNvGrpSpPr/>
          <p:nvPr/>
        </p:nvGrpSpPr>
        <p:grpSpPr>
          <a:xfrm>
            <a:off x="1190934" y="4863943"/>
            <a:ext cx="2136618" cy="363822"/>
            <a:chOff x="1190934" y="4863943"/>
            <a:chExt cx="2136618" cy="363822"/>
          </a:xfrm>
        </p:grpSpPr>
        <p:sp>
          <p:nvSpPr>
            <p:cNvPr id="81" name="Retângulo: Cantos Arredondados 80">
              <a:extLst>
                <a:ext uri="{FF2B5EF4-FFF2-40B4-BE49-F238E27FC236}">
                  <a16:creationId xmlns:a16="http://schemas.microsoft.com/office/drawing/2014/main" id="{B2FFF753-4CA0-9813-403F-2EFEEE544D0E}"/>
                </a:ext>
              </a:extLst>
            </p:cNvPr>
            <p:cNvSpPr/>
            <p:nvPr/>
          </p:nvSpPr>
          <p:spPr>
            <a:xfrm>
              <a:off x="1190934" y="4865627"/>
              <a:ext cx="2136618" cy="362138"/>
            </a:xfrm>
            <a:prstGeom prst="roundRect">
              <a:avLst/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2" name="Retângulo: Cantos Arredondados 81">
              <a:extLst>
                <a:ext uri="{FF2B5EF4-FFF2-40B4-BE49-F238E27FC236}">
                  <a16:creationId xmlns:a16="http://schemas.microsoft.com/office/drawing/2014/main" id="{0C5B6D2F-7564-6C71-3F86-05D989698BE7}"/>
                </a:ext>
              </a:extLst>
            </p:cNvPr>
            <p:cNvSpPr/>
            <p:nvPr/>
          </p:nvSpPr>
          <p:spPr>
            <a:xfrm>
              <a:off x="1190934" y="4863943"/>
              <a:ext cx="2136618" cy="362138"/>
            </a:xfrm>
            <a:prstGeom prst="roundRect">
              <a:avLst/>
            </a:prstGeom>
            <a:gradFill flip="none" rotWithShape="1">
              <a:gsLst>
                <a:gs pos="14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9869656F-477A-63FA-2EA1-8389D96DAF3B}"/>
              </a:ext>
            </a:extLst>
          </p:cNvPr>
          <p:cNvGrpSpPr/>
          <p:nvPr/>
        </p:nvGrpSpPr>
        <p:grpSpPr>
          <a:xfrm>
            <a:off x="1190934" y="5370793"/>
            <a:ext cx="2136618" cy="363822"/>
            <a:chOff x="1190934" y="5370793"/>
            <a:chExt cx="2136618" cy="363822"/>
          </a:xfrm>
        </p:grpSpPr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AAC9DEF3-B9D3-388E-9277-73AAD22A3219}"/>
                </a:ext>
              </a:extLst>
            </p:cNvPr>
            <p:cNvSpPr/>
            <p:nvPr/>
          </p:nvSpPr>
          <p:spPr>
            <a:xfrm>
              <a:off x="1190934" y="5372477"/>
              <a:ext cx="2136618" cy="362138"/>
            </a:xfrm>
            <a:prstGeom prst="roundRect">
              <a:avLst/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6" name="Retângulo: Cantos Arredondados 85">
              <a:extLst>
                <a:ext uri="{FF2B5EF4-FFF2-40B4-BE49-F238E27FC236}">
                  <a16:creationId xmlns:a16="http://schemas.microsoft.com/office/drawing/2014/main" id="{3A4CE96F-AA9A-64A6-B921-77119F0C4AB9}"/>
                </a:ext>
              </a:extLst>
            </p:cNvPr>
            <p:cNvSpPr/>
            <p:nvPr/>
          </p:nvSpPr>
          <p:spPr>
            <a:xfrm>
              <a:off x="1190934" y="5370793"/>
              <a:ext cx="2136618" cy="362138"/>
            </a:xfrm>
            <a:prstGeom prst="roundRect">
              <a:avLst/>
            </a:prstGeom>
            <a:gradFill flip="none" rotWithShape="1">
              <a:gsLst>
                <a:gs pos="14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80A41BDA-4D42-BE5B-825E-A66617487C2A}"/>
              </a:ext>
            </a:extLst>
          </p:cNvPr>
          <p:cNvGrpSpPr/>
          <p:nvPr/>
        </p:nvGrpSpPr>
        <p:grpSpPr>
          <a:xfrm>
            <a:off x="3529845" y="1822843"/>
            <a:ext cx="6299100" cy="3910088"/>
            <a:chOff x="1288974" y="1381446"/>
            <a:chExt cx="2136618" cy="362138"/>
          </a:xfrm>
        </p:grpSpPr>
        <p:sp>
          <p:nvSpPr>
            <p:cNvPr id="98" name="Retângulo: Cantos Arredondados 97">
              <a:extLst>
                <a:ext uri="{FF2B5EF4-FFF2-40B4-BE49-F238E27FC236}">
                  <a16:creationId xmlns:a16="http://schemas.microsoft.com/office/drawing/2014/main" id="{BBD0EF5C-3479-C6C0-91E2-AD4021C4CEBC}"/>
                </a:ext>
              </a:extLst>
            </p:cNvPr>
            <p:cNvSpPr/>
            <p:nvPr/>
          </p:nvSpPr>
          <p:spPr>
            <a:xfrm>
              <a:off x="1288974" y="1381446"/>
              <a:ext cx="2136618" cy="362138"/>
            </a:xfrm>
            <a:prstGeom prst="roundRect">
              <a:avLst>
                <a:gd name="adj" fmla="val 1824"/>
              </a:avLst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9" name="Retângulo: Cantos Arredondados 98">
              <a:extLst>
                <a:ext uri="{FF2B5EF4-FFF2-40B4-BE49-F238E27FC236}">
                  <a16:creationId xmlns:a16="http://schemas.microsoft.com/office/drawing/2014/main" id="{A856EBC8-0928-76A0-3012-C02C1C37892F}"/>
                </a:ext>
              </a:extLst>
            </p:cNvPr>
            <p:cNvSpPr/>
            <p:nvPr/>
          </p:nvSpPr>
          <p:spPr>
            <a:xfrm>
              <a:off x="1288974" y="1381446"/>
              <a:ext cx="2136618" cy="362138"/>
            </a:xfrm>
            <a:prstGeom prst="roundRect">
              <a:avLst>
                <a:gd name="adj" fmla="val 1907"/>
              </a:avLst>
            </a:prstGeom>
            <a:gradFill flip="none" rotWithShape="1">
              <a:gsLst>
                <a:gs pos="5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CAE64FC0-9915-CF04-D705-B30DC25DA15C}"/>
              </a:ext>
            </a:extLst>
          </p:cNvPr>
          <p:cNvGrpSpPr/>
          <p:nvPr/>
        </p:nvGrpSpPr>
        <p:grpSpPr>
          <a:xfrm>
            <a:off x="7789008" y="710775"/>
            <a:ext cx="2001733" cy="362138"/>
            <a:chOff x="7789008" y="710775"/>
            <a:chExt cx="2001733" cy="362138"/>
          </a:xfrm>
        </p:grpSpPr>
        <p:sp>
          <p:nvSpPr>
            <p:cNvPr id="95" name="Retângulo: Cantos Arredondados 94">
              <a:extLst>
                <a:ext uri="{FF2B5EF4-FFF2-40B4-BE49-F238E27FC236}">
                  <a16:creationId xmlns:a16="http://schemas.microsoft.com/office/drawing/2014/main" id="{D121E302-034F-D73E-2C25-E7A121289FE5}"/>
                </a:ext>
              </a:extLst>
            </p:cNvPr>
            <p:cNvSpPr/>
            <p:nvPr/>
          </p:nvSpPr>
          <p:spPr>
            <a:xfrm>
              <a:off x="7789008" y="710775"/>
              <a:ext cx="2001733" cy="362138"/>
            </a:xfrm>
            <a:prstGeom prst="roundRect">
              <a:avLst/>
            </a:prstGeom>
            <a:gradFill flip="none" rotWithShape="1">
              <a:gsLst>
                <a:gs pos="30000">
                  <a:srgbClr val="333333">
                    <a:alpha val="0"/>
                  </a:srgbClr>
                </a:gs>
                <a:gs pos="0">
                  <a:srgbClr val="66FFCC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28939783-F55B-D635-415E-473440FA9C5D}"/>
                </a:ext>
              </a:extLst>
            </p:cNvPr>
            <p:cNvSpPr txBox="1"/>
            <p:nvPr/>
          </p:nvSpPr>
          <p:spPr>
            <a:xfrm>
              <a:off x="8371793" y="738041"/>
              <a:ext cx="76238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Outros</a:t>
              </a:r>
            </a:p>
          </p:txBody>
        </p:sp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8876A5CA-38A9-8E0B-9FEC-D49A2A992736}"/>
              </a:ext>
            </a:extLst>
          </p:cNvPr>
          <p:cNvGrpSpPr/>
          <p:nvPr/>
        </p:nvGrpSpPr>
        <p:grpSpPr>
          <a:xfrm>
            <a:off x="1190934" y="3850243"/>
            <a:ext cx="2136618" cy="363822"/>
            <a:chOff x="1190934" y="3850243"/>
            <a:chExt cx="2136618" cy="363822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A51150B0-9EA9-1938-9609-6805E9BD2A8C}"/>
                </a:ext>
              </a:extLst>
            </p:cNvPr>
            <p:cNvSpPr/>
            <p:nvPr/>
          </p:nvSpPr>
          <p:spPr>
            <a:xfrm>
              <a:off x="1190934" y="3851927"/>
              <a:ext cx="2136618" cy="362138"/>
            </a:xfrm>
            <a:prstGeom prst="roundRect">
              <a:avLst/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F2A262C4-2FC7-F400-E40B-C6B255BA3BBE}"/>
                </a:ext>
              </a:extLst>
            </p:cNvPr>
            <p:cNvSpPr/>
            <p:nvPr/>
          </p:nvSpPr>
          <p:spPr>
            <a:xfrm>
              <a:off x="1190934" y="3850243"/>
              <a:ext cx="2136618" cy="362138"/>
            </a:xfrm>
            <a:prstGeom prst="roundRect">
              <a:avLst/>
            </a:prstGeom>
            <a:gradFill flip="none" rotWithShape="1">
              <a:gsLst>
                <a:gs pos="14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022E14F-B38E-6AD3-BF24-90B9BE6AA0E0}"/>
              </a:ext>
            </a:extLst>
          </p:cNvPr>
          <p:cNvGrpSpPr/>
          <p:nvPr/>
        </p:nvGrpSpPr>
        <p:grpSpPr>
          <a:xfrm>
            <a:off x="1032092" y="1857019"/>
            <a:ext cx="103762" cy="3841736"/>
            <a:chOff x="1032092" y="1857019"/>
            <a:chExt cx="103762" cy="3841736"/>
          </a:xfrm>
        </p:grpSpPr>
        <p:sp>
          <p:nvSpPr>
            <p:cNvPr id="50" name="Retângulo: Cantos Superiores Arredondados 49">
              <a:extLst>
                <a:ext uri="{FF2B5EF4-FFF2-40B4-BE49-F238E27FC236}">
                  <a16:creationId xmlns:a16="http://schemas.microsoft.com/office/drawing/2014/main" id="{4FC22678-CC1B-0231-FFB3-BAD5CF0F9210}"/>
                </a:ext>
              </a:extLst>
            </p:cNvPr>
            <p:cNvSpPr/>
            <p:nvPr/>
          </p:nvSpPr>
          <p:spPr>
            <a:xfrm rot="5400000">
              <a:off x="937080" y="1952031"/>
              <a:ext cx="293786" cy="103762"/>
            </a:xfrm>
            <a:prstGeom prst="round2SameRect">
              <a:avLst/>
            </a:prstGeom>
            <a:solidFill>
              <a:srgbClr val="CCFF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Retângulo: Cantos Superiores Arredondados 58">
              <a:extLst>
                <a:ext uri="{FF2B5EF4-FFF2-40B4-BE49-F238E27FC236}">
                  <a16:creationId xmlns:a16="http://schemas.microsoft.com/office/drawing/2014/main" id="{2D88789B-037E-E8F9-789C-0705E6060814}"/>
                </a:ext>
              </a:extLst>
            </p:cNvPr>
            <p:cNvSpPr/>
            <p:nvPr/>
          </p:nvSpPr>
          <p:spPr>
            <a:xfrm rot="5400000">
              <a:off x="937080" y="2458881"/>
              <a:ext cx="293786" cy="103762"/>
            </a:xfrm>
            <a:prstGeom prst="round2SameRect">
              <a:avLst/>
            </a:prstGeom>
            <a:solidFill>
              <a:srgbClr val="CCFF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7" name="Retângulo: Cantos Superiores Arredondados 66">
              <a:extLst>
                <a:ext uri="{FF2B5EF4-FFF2-40B4-BE49-F238E27FC236}">
                  <a16:creationId xmlns:a16="http://schemas.microsoft.com/office/drawing/2014/main" id="{749B6D0F-C8BD-7E8C-C7BF-D72044052C9A}"/>
                </a:ext>
              </a:extLst>
            </p:cNvPr>
            <p:cNvSpPr/>
            <p:nvPr/>
          </p:nvSpPr>
          <p:spPr>
            <a:xfrm rot="5400000">
              <a:off x="937080" y="2965731"/>
              <a:ext cx="293786" cy="103762"/>
            </a:xfrm>
            <a:prstGeom prst="round2SameRect">
              <a:avLst/>
            </a:prstGeom>
            <a:solidFill>
              <a:srgbClr val="CCFF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1" name="Retângulo: Cantos Superiores Arredondados 70">
              <a:extLst>
                <a:ext uri="{FF2B5EF4-FFF2-40B4-BE49-F238E27FC236}">
                  <a16:creationId xmlns:a16="http://schemas.microsoft.com/office/drawing/2014/main" id="{74B01E20-FEC2-5003-6FD4-3A8C4A1AD6E8}"/>
                </a:ext>
              </a:extLst>
            </p:cNvPr>
            <p:cNvSpPr/>
            <p:nvPr/>
          </p:nvSpPr>
          <p:spPr>
            <a:xfrm rot="5400000">
              <a:off x="937080" y="3472581"/>
              <a:ext cx="293786" cy="103762"/>
            </a:xfrm>
            <a:prstGeom prst="round2SameRect">
              <a:avLst/>
            </a:prstGeom>
            <a:solidFill>
              <a:srgbClr val="CCFF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9" name="Retângulo: Cantos Superiores Arredondados 78">
              <a:extLst>
                <a:ext uri="{FF2B5EF4-FFF2-40B4-BE49-F238E27FC236}">
                  <a16:creationId xmlns:a16="http://schemas.microsoft.com/office/drawing/2014/main" id="{890672E6-25B9-57ED-A64D-5916038B3216}"/>
                </a:ext>
              </a:extLst>
            </p:cNvPr>
            <p:cNvSpPr/>
            <p:nvPr/>
          </p:nvSpPr>
          <p:spPr>
            <a:xfrm rot="5400000">
              <a:off x="937080" y="4486281"/>
              <a:ext cx="293786" cy="103762"/>
            </a:xfrm>
            <a:prstGeom prst="round2SameRect">
              <a:avLst/>
            </a:prstGeom>
            <a:solidFill>
              <a:srgbClr val="CCFF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3" name="Retângulo: Cantos Superiores Arredondados 82">
              <a:extLst>
                <a:ext uri="{FF2B5EF4-FFF2-40B4-BE49-F238E27FC236}">
                  <a16:creationId xmlns:a16="http://schemas.microsoft.com/office/drawing/2014/main" id="{12646911-1435-A6AF-F1B4-ACDCED71F12E}"/>
                </a:ext>
              </a:extLst>
            </p:cNvPr>
            <p:cNvSpPr/>
            <p:nvPr/>
          </p:nvSpPr>
          <p:spPr>
            <a:xfrm rot="5400000">
              <a:off x="937080" y="4993131"/>
              <a:ext cx="293786" cy="103762"/>
            </a:xfrm>
            <a:prstGeom prst="round2SameRect">
              <a:avLst/>
            </a:prstGeom>
            <a:solidFill>
              <a:srgbClr val="CCFF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7" name="Retângulo: Cantos Superiores Arredondados 86">
              <a:extLst>
                <a:ext uri="{FF2B5EF4-FFF2-40B4-BE49-F238E27FC236}">
                  <a16:creationId xmlns:a16="http://schemas.microsoft.com/office/drawing/2014/main" id="{97F3B4C8-9743-3234-34A4-B4357FE1BC16}"/>
                </a:ext>
              </a:extLst>
            </p:cNvPr>
            <p:cNvSpPr/>
            <p:nvPr/>
          </p:nvSpPr>
          <p:spPr>
            <a:xfrm rot="5400000">
              <a:off x="937080" y="5499981"/>
              <a:ext cx="293786" cy="103762"/>
            </a:xfrm>
            <a:prstGeom prst="round2SameRect">
              <a:avLst/>
            </a:prstGeom>
            <a:solidFill>
              <a:srgbClr val="CCFF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" name="Retângulo: Cantos Superiores Arredondados 5">
              <a:extLst>
                <a:ext uri="{FF2B5EF4-FFF2-40B4-BE49-F238E27FC236}">
                  <a16:creationId xmlns:a16="http://schemas.microsoft.com/office/drawing/2014/main" id="{BDD6F6EB-9C64-4077-8F56-254CCA458A3C}"/>
                </a:ext>
              </a:extLst>
            </p:cNvPr>
            <p:cNvSpPr/>
            <p:nvPr/>
          </p:nvSpPr>
          <p:spPr>
            <a:xfrm rot="5400000">
              <a:off x="937080" y="3979431"/>
              <a:ext cx="293786" cy="103762"/>
            </a:xfrm>
            <a:prstGeom prst="round2SameRect">
              <a:avLst/>
            </a:prstGeom>
            <a:solidFill>
              <a:srgbClr val="CCFF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EE20C5FF-8D3E-7405-4A03-D1DCD48DC7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666584"/>
              </p:ext>
            </p:extLst>
          </p:nvPr>
        </p:nvGraphicFramePr>
        <p:xfrm>
          <a:off x="4435270" y="1239369"/>
          <a:ext cx="2192790" cy="495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18348729" imgH="4143645" progId="CorelDraw.Graphic.18">
                  <p:embed/>
                </p:oleObj>
              </mc:Choice>
              <mc:Fallback>
                <p:oleObj name="CorelDRAW" r:id="rId2" imgW="18348729" imgH="4143645" progId="CorelDraw.Graphic.1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35270" y="1239369"/>
                        <a:ext cx="2192790" cy="495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BC9095B3-E182-1E25-2804-EDC539E53221}"/>
              </a:ext>
            </a:extLst>
          </p:cNvPr>
          <p:cNvGrpSpPr/>
          <p:nvPr/>
        </p:nvGrpSpPr>
        <p:grpSpPr>
          <a:xfrm>
            <a:off x="1306758" y="702385"/>
            <a:ext cx="2001733" cy="370528"/>
            <a:chOff x="1306758" y="702385"/>
            <a:chExt cx="2001733" cy="370528"/>
          </a:xfrm>
        </p:grpSpPr>
        <p:sp>
          <p:nvSpPr>
            <p:cNvPr id="92" name="Retângulo: Cantos Arredondados 91">
              <a:extLst>
                <a:ext uri="{FF2B5EF4-FFF2-40B4-BE49-F238E27FC236}">
                  <a16:creationId xmlns:a16="http://schemas.microsoft.com/office/drawing/2014/main" id="{4A84DE93-B73C-B59A-0B10-7C8C91A3951B}"/>
                </a:ext>
              </a:extLst>
            </p:cNvPr>
            <p:cNvSpPr/>
            <p:nvPr/>
          </p:nvSpPr>
          <p:spPr>
            <a:xfrm>
              <a:off x="1306758" y="710775"/>
              <a:ext cx="2001733" cy="362138"/>
            </a:xfrm>
            <a:prstGeom prst="roundRect">
              <a:avLst/>
            </a:prstGeom>
            <a:gradFill flip="none" rotWithShape="1">
              <a:gsLst>
                <a:gs pos="30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graphicFrame>
          <p:nvGraphicFramePr>
            <p:cNvPr id="12" name="Objeto 11">
              <a:extLst>
                <a:ext uri="{FF2B5EF4-FFF2-40B4-BE49-F238E27FC236}">
                  <a16:creationId xmlns:a16="http://schemas.microsoft.com/office/drawing/2014/main" id="{97B8B9CC-CA71-E956-CBEA-8EDDFC516C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5939004"/>
                </p:ext>
              </p:extLst>
            </p:nvPr>
          </p:nvGraphicFramePr>
          <p:xfrm>
            <a:off x="1658531" y="702385"/>
            <a:ext cx="1298185" cy="293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18348729" imgH="4143645" progId="CorelDraw.Graphic.18">
                    <p:embed/>
                  </p:oleObj>
                </mc:Choice>
                <mc:Fallback>
                  <p:oleObj name="CorelDRAW" r:id="rId2" imgW="18348729" imgH="4143645" progId="CorelDraw.Graphic.18">
                    <p:embed/>
                    <p:pic>
                      <p:nvPicPr>
                        <p:cNvPr id="11" name="Objeto 10">
                          <a:extLst>
                            <a:ext uri="{FF2B5EF4-FFF2-40B4-BE49-F238E27FC236}">
                              <a16:creationId xmlns:a16="http://schemas.microsoft.com/office/drawing/2014/main" id="{EE20C5FF-8D3E-7405-4A03-D1DCD48DC7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58531" y="702385"/>
                          <a:ext cx="1298185" cy="2931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01233C61-BEF1-DF82-29E7-FD91442E0EE5}"/>
              </a:ext>
            </a:extLst>
          </p:cNvPr>
          <p:cNvGrpSpPr/>
          <p:nvPr/>
        </p:nvGrpSpPr>
        <p:grpSpPr>
          <a:xfrm>
            <a:off x="1190934" y="1822843"/>
            <a:ext cx="2136618" cy="363822"/>
            <a:chOff x="1190934" y="1822843"/>
            <a:chExt cx="2136618" cy="363822"/>
          </a:xfrm>
        </p:grpSpPr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554A40DF-9455-1EEA-22D2-B68F454FF196}"/>
                </a:ext>
              </a:extLst>
            </p:cNvPr>
            <p:cNvSpPr/>
            <p:nvPr/>
          </p:nvSpPr>
          <p:spPr>
            <a:xfrm>
              <a:off x="1190934" y="1824527"/>
              <a:ext cx="2136618" cy="362138"/>
            </a:xfrm>
            <a:prstGeom prst="roundRect">
              <a:avLst/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Retângulo: Cantos Arredondados 48">
              <a:extLst>
                <a:ext uri="{FF2B5EF4-FFF2-40B4-BE49-F238E27FC236}">
                  <a16:creationId xmlns:a16="http://schemas.microsoft.com/office/drawing/2014/main" id="{934319A1-9457-DA64-3FFF-45249A4A76BB}"/>
                </a:ext>
              </a:extLst>
            </p:cNvPr>
            <p:cNvSpPr/>
            <p:nvPr/>
          </p:nvSpPr>
          <p:spPr>
            <a:xfrm>
              <a:off x="1190934" y="1822843"/>
              <a:ext cx="2136618" cy="362138"/>
            </a:xfrm>
            <a:prstGeom prst="roundRect">
              <a:avLst/>
            </a:prstGeom>
            <a:gradFill flip="none" rotWithShape="1">
              <a:gsLst>
                <a:gs pos="14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pic>
          <p:nvPicPr>
            <p:cNvPr id="14" name="Gráfico 13" descr="Cavalete com preenchimento sólido">
              <a:extLst>
                <a:ext uri="{FF2B5EF4-FFF2-40B4-BE49-F238E27FC236}">
                  <a16:creationId xmlns:a16="http://schemas.microsoft.com/office/drawing/2014/main" id="{836CFD77-D3A3-1BE3-DFF7-FDA2A877C6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69312" y="1844547"/>
              <a:ext cx="306258" cy="306258"/>
            </a:xfrm>
            <a:prstGeom prst="rect">
              <a:avLst/>
            </a:prstGeom>
          </p:spPr>
        </p:pic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A70E6E8B-0325-8703-EE0F-6CCCC06488F5}"/>
              </a:ext>
            </a:extLst>
          </p:cNvPr>
          <p:cNvGrpSpPr/>
          <p:nvPr/>
        </p:nvGrpSpPr>
        <p:grpSpPr>
          <a:xfrm>
            <a:off x="1190934" y="2329693"/>
            <a:ext cx="2136618" cy="363822"/>
            <a:chOff x="1190934" y="2329693"/>
            <a:chExt cx="2136618" cy="363822"/>
          </a:xfrm>
        </p:grpSpPr>
        <p:sp>
          <p:nvSpPr>
            <p:cNvPr id="57" name="Retângulo: Cantos Arredondados 56">
              <a:extLst>
                <a:ext uri="{FF2B5EF4-FFF2-40B4-BE49-F238E27FC236}">
                  <a16:creationId xmlns:a16="http://schemas.microsoft.com/office/drawing/2014/main" id="{C2D43737-95E2-C94B-C176-BC0A115081C3}"/>
                </a:ext>
              </a:extLst>
            </p:cNvPr>
            <p:cNvSpPr/>
            <p:nvPr/>
          </p:nvSpPr>
          <p:spPr>
            <a:xfrm>
              <a:off x="1190934" y="2331377"/>
              <a:ext cx="2136618" cy="362138"/>
            </a:xfrm>
            <a:prstGeom prst="roundRect">
              <a:avLst/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Retângulo: Cantos Arredondados 57">
              <a:extLst>
                <a:ext uri="{FF2B5EF4-FFF2-40B4-BE49-F238E27FC236}">
                  <a16:creationId xmlns:a16="http://schemas.microsoft.com/office/drawing/2014/main" id="{26D3F45B-E108-F0E4-E00D-C56B4D3E1F97}"/>
                </a:ext>
              </a:extLst>
            </p:cNvPr>
            <p:cNvSpPr/>
            <p:nvPr/>
          </p:nvSpPr>
          <p:spPr>
            <a:xfrm>
              <a:off x="1190934" y="2329693"/>
              <a:ext cx="2136618" cy="362138"/>
            </a:xfrm>
            <a:prstGeom prst="roundRect">
              <a:avLst/>
            </a:prstGeom>
            <a:gradFill flip="none" rotWithShape="1">
              <a:gsLst>
                <a:gs pos="14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sp>
          <p:nvSpPr>
            <p:cNvPr id="23" name="Gráfico 16" descr="Quadro-negro com preenchimento sólido">
              <a:extLst>
                <a:ext uri="{FF2B5EF4-FFF2-40B4-BE49-F238E27FC236}">
                  <a16:creationId xmlns:a16="http://schemas.microsoft.com/office/drawing/2014/main" id="{9C9ED3D3-0668-DACA-8B67-097636D9FA4A}"/>
                </a:ext>
              </a:extLst>
            </p:cNvPr>
            <p:cNvSpPr/>
            <p:nvPr/>
          </p:nvSpPr>
          <p:spPr>
            <a:xfrm>
              <a:off x="2969312" y="2411445"/>
              <a:ext cx="317137" cy="215269"/>
            </a:xfrm>
            <a:custGeom>
              <a:avLst/>
              <a:gdLst>
                <a:gd name="csX0" fmla="*/ 768668 w 785812"/>
                <a:gd name="csY0" fmla="*/ 226695 h 533400"/>
                <a:gd name="csX1" fmla="*/ 762000 w 785812"/>
                <a:gd name="csY1" fmla="*/ 220980 h 533400"/>
                <a:gd name="csX2" fmla="*/ 762000 w 785812"/>
                <a:gd name="csY2" fmla="*/ 38100 h 533400"/>
                <a:gd name="csX3" fmla="*/ 723900 w 785812"/>
                <a:gd name="csY3" fmla="*/ 0 h 533400"/>
                <a:gd name="csX4" fmla="*/ 38100 w 785812"/>
                <a:gd name="csY4" fmla="*/ 0 h 533400"/>
                <a:gd name="csX5" fmla="*/ 0 w 785812"/>
                <a:gd name="csY5" fmla="*/ 38100 h 533400"/>
                <a:gd name="csX6" fmla="*/ 0 w 785812"/>
                <a:gd name="csY6" fmla="*/ 495300 h 533400"/>
                <a:gd name="csX7" fmla="*/ 38100 w 785812"/>
                <a:gd name="csY7" fmla="*/ 533400 h 533400"/>
                <a:gd name="csX8" fmla="*/ 723900 w 785812"/>
                <a:gd name="csY8" fmla="*/ 533400 h 533400"/>
                <a:gd name="csX9" fmla="*/ 762000 w 785812"/>
                <a:gd name="csY9" fmla="*/ 495300 h 533400"/>
                <a:gd name="csX10" fmla="*/ 762000 w 785812"/>
                <a:gd name="csY10" fmla="*/ 314325 h 533400"/>
                <a:gd name="csX11" fmla="*/ 768668 w 785812"/>
                <a:gd name="csY11" fmla="*/ 307658 h 533400"/>
                <a:gd name="csX12" fmla="*/ 785813 w 785812"/>
                <a:gd name="csY12" fmla="*/ 267653 h 533400"/>
                <a:gd name="csX13" fmla="*/ 768668 w 785812"/>
                <a:gd name="csY13" fmla="*/ 226695 h 533400"/>
                <a:gd name="csX14" fmla="*/ 704850 w 785812"/>
                <a:gd name="csY14" fmla="*/ 476250 h 533400"/>
                <a:gd name="csX15" fmla="*/ 57150 w 785812"/>
                <a:gd name="csY15" fmla="*/ 476250 h 533400"/>
                <a:gd name="csX16" fmla="*/ 57150 w 785812"/>
                <a:gd name="csY16" fmla="*/ 57150 h 533400"/>
                <a:gd name="csX17" fmla="*/ 704850 w 785812"/>
                <a:gd name="csY17" fmla="*/ 57150 h 533400"/>
                <a:gd name="csX18" fmla="*/ 704850 w 785812"/>
                <a:gd name="csY18" fmla="*/ 214313 h 533400"/>
                <a:gd name="csX19" fmla="*/ 687705 w 785812"/>
                <a:gd name="csY19" fmla="*/ 225743 h 533400"/>
                <a:gd name="csX20" fmla="*/ 666750 w 785812"/>
                <a:gd name="csY20" fmla="*/ 247650 h 533400"/>
                <a:gd name="csX21" fmla="*/ 666750 w 785812"/>
                <a:gd name="csY21" fmla="*/ 95250 h 533400"/>
                <a:gd name="csX22" fmla="*/ 95250 w 785812"/>
                <a:gd name="csY22" fmla="*/ 95250 h 533400"/>
                <a:gd name="csX23" fmla="*/ 95250 w 785812"/>
                <a:gd name="csY23" fmla="*/ 438150 h 533400"/>
                <a:gd name="csX24" fmla="*/ 666750 w 785812"/>
                <a:gd name="csY24" fmla="*/ 438150 h 533400"/>
                <a:gd name="csX25" fmla="*/ 666750 w 785812"/>
                <a:gd name="csY25" fmla="*/ 401003 h 533400"/>
                <a:gd name="csX26" fmla="*/ 687705 w 785812"/>
                <a:gd name="csY26" fmla="*/ 387668 h 533400"/>
                <a:gd name="csX27" fmla="*/ 704850 w 785812"/>
                <a:gd name="csY27" fmla="*/ 371475 h 533400"/>
                <a:gd name="csX28" fmla="*/ 704850 w 785812"/>
                <a:gd name="csY28" fmla="*/ 476250 h 533400"/>
                <a:gd name="csX29" fmla="*/ 401955 w 785812"/>
                <a:gd name="csY29" fmla="*/ 284798 h 533400"/>
                <a:gd name="csX30" fmla="*/ 397193 w 785812"/>
                <a:gd name="csY30" fmla="*/ 335280 h 533400"/>
                <a:gd name="csX31" fmla="*/ 360998 w 785812"/>
                <a:gd name="csY31" fmla="*/ 329565 h 533400"/>
                <a:gd name="csX32" fmla="*/ 220028 w 785812"/>
                <a:gd name="csY32" fmla="*/ 208598 h 533400"/>
                <a:gd name="csX33" fmla="*/ 220028 w 785812"/>
                <a:gd name="csY33" fmla="*/ 181927 h 533400"/>
                <a:gd name="csX34" fmla="*/ 246698 w 785812"/>
                <a:gd name="csY34" fmla="*/ 181927 h 533400"/>
                <a:gd name="csX35" fmla="*/ 362903 w 785812"/>
                <a:gd name="csY35" fmla="*/ 285750 h 533400"/>
                <a:gd name="csX36" fmla="*/ 352425 w 785812"/>
                <a:gd name="csY36" fmla="*/ 221933 h 533400"/>
                <a:gd name="csX37" fmla="*/ 371475 w 785812"/>
                <a:gd name="csY37" fmla="*/ 177165 h 533400"/>
                <a:gd name="csX38" fmla="*/ 475298 w 785812"/>
                <a:gd name="csY38" fmla="*/ 237173 h 533400"/>
                <a:gd name="csX39" fmla="*/ 553403 w 785812"/>
                <a:gd name="csY39" fmla="*/ 326708 h 533400"/>
                <a:gd name="csX40" fmla="*/ 546735 w 785812"/>
                <a:gd name="csY40" fmla="*/ 352425 h 533400"/>
                <a:gd name="csX41" fmla="*/ 537210 w 785812"/>
                <a:gd name="csY41" fmla="*/ 355283 h 533400"/>
                <a:gd name="csX42" fmla="*/ 521018 w 785812"/>
                <a:gd name="csY42" fmla="*/ 345758 h 533400"/>
                <a:gd name="csX43" fmla="*/ 390525 w 785812"/>
                <a:gd name="csY43" fmla="*/ 217170 h 533400"/>
                <a:gd name="csX44" fmla="*/ 401955 w 785812"/>
                <a:gd name="csY44" fmla="*/ 284798 h 533400"/>
                <a:gd name="csX45" fmla="*/ 741998 w 785812"/>
                <a:gd name="csY45" fmla="*/ 280035 h 533400"/>
                <a:gd name="csX46" fmla="*/ 661035 w 785812"/>
                <a:gd name="csY46" fmla="*/ 360998 h 533400"/>
                <a:gd name="csX47" fmla="*/ 634365 w 785812"/>
                <a:gd name="csY47" fmla="*/ 360998 h 533400"/>
                <a:gd name="csX48" fmla="*/ 634365 w 785812"/>
                <a:gd name="csY48" fmla="*/ 334328 h 533400"/>
                <a:gd name="csX49" fmla="*/ 715328 w 785812"/>
                <a:gd name="csY49" fmla="*/ 253365 h 533400"/>
                <a:gd name="csX50" fmla="*/ 741998 w 785812"/>
                <a:gd name="csY50" fmla="*/ 253365 h 533400"/>
                <a:gd name="csX51" fmla="*/ 741998 w 785812"/>
                <a:gd name="csY51" fmla="*/ 280035 h 53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</a:cxnLst>
              <a:rect l="l" t="t" r="r" b="b"/>
              <a:pathLst>
                <a:path w="785812" h="533400">
                  <a:moveTo>
                    <a:pt x="768668" y="226695"/>
                  </a:moveTo>
                  <a:cubicBezTo>
                    <a:pt x="766763" y="224790"/>
                    <a:pt x="763905" y="222885"/>
                    <a:pt x="762000" y="220980"/>
                  </a:cubicBezTo>
                  <a:lnTo>
                    <a:pt x="762000" y="38100"/>
                  </a:lnTo>
                  <a:cubicBezTo>
                    <a:pt x="762000" y="17145"/>
                    <a:pt x="744855" y="0"/>
                    <a:pt x="723900" y="0"/>
                  </a:cubicBezTo>
                  <a:lnTo>
                    <a:pt x="38100" y="0"/>
                  </a:lnTo>
                  <a:cubicBezTo>
                    <a:pt x="17145" y="0"/>
                    <a:pt x="0" y="17145"/>
                    <a:pt x="0" y="38100"/>
                  </a:cubicBezTo>
                  <a:lnTo>
                    <a:pt x="0" y="495300"/>
                  </a:lnTo>
                  <a:cubicBezTo>
                    <a:pt x="0" y="516255"/>
                    <a:pt x="17145" y="533400"/>
                    <a:pt x="38100" y="533400"/>
                  </a:cubicBezTo>
                  <a:lnTo>
                    <a:pt x="723900" y="533400"/>
                  </a:lnTo>
                  <a:cubicBezTo>
                    <a:pt x="744855" y="533400"/>
                    <a:pt x="762000" y="516255"/>
                    <a:pt x="762000" y="495300"/>
                  </a:cubicBezTo>
                  <a:lnTo>
                    <a:pt x="762000" y="314325"/>
                  </a:lnTo>
                  <a:lnTo>
                    <a:pt x="768668" y="307658"/>
                  </a:lnTo>
                  <a:cubicBezTo>
                    <a:pt x="779145" y="297180"/>
                    <a:pt x="785813" y="282893"/>
                    <a:pt x="785813" y="267653"/>
                  </a:cubicBezTo>
                  <a:cubicBezTo>
                    <a:pt x="785813" y="251460"/>
                    <a:pt x="780098" y="237173"/>
                    <a:pt x="768668" y="226695"/>
                  </a:cubicBezTo>
                  <a:close/>
                  <a:moveTo>
                    <a:pt x="704850" y="476250"/>
                  </a:moveTo>
                  <a:lnTo>
                    <a:pt x="57150" y="476250"/>
                  </a:lnTo>
                  <a:lnTo>
                    <a:pt x="57150" y="57150"/>
                  </a:lnTo>
                  <a:lnTo>
                    <a:pt x="704850" y="57150"/>
                  </a:lnTo>
                  <a:lnTo>
                    <a:pt x="704850" y="214313"/>
                  </a:lnTo>
                  <a:cubicBezTo>
                    <a:pt x="699135" y="217170"/>
                    <a:pt x="693420" y="220980"/>
                    <a:pt x="687705" y="225743"/>
                  </a:cubicBezTo>
                  <a:lnTo>
                    <a:pt x="666750" y="247650"/>
                  </a:lnTo>
                  <a:lnTo>
                    <a:pt x="666750" y="95250"/>
                  </a:lnTo>
                  <a:lnTo>
                    <a:pt x="95250" y="95250"/>
                  </a:lnTo>
                  <a:lnTo>
                    <a:pt x="95250" y="438150"/>
                  </a:lnTo>
                  <a:lnTo>
                    <a:pt x="666750" y="438150"/>
                  </a:lnTo>
                  <a:lnTo>
                    <a:pt x="666750" y="401003"/>
                  </a:lnTo>
                  <a:cubicBezTo>
                    <a:pt x="674370" y="398145"/>
                    <a:pt x="681990" y="393383"/>
                    <a:pt x="687705" y="387668"/>
                  </a:cubicBezTo>
                  <a:lnTo>
                    <a:pt x="704850" y="371475"/>
                  </a:lnTo>
                  <a:lnTo>
                    <a:pt x="704850" y="476250"/>
                  </a:lnTo>
                  <a:close/>
                  <a:moveTo>
                    <a:pt x="401955" y="284798"/>
                  </a:moveTo>
                  <a:cubicBezTo>
                    <a:pt x="407670" y="310515"/>
                    <a:pt x="410528" y="325755"/>
                    <a:pt x="397193" y="335280"/>
                  </a:cubicBezTo>
                  <a:cubicBezTo>
                    <a:pt x="383858" y="344805"/>
                    <a:pt x="368618" y="335280"/>
                    <a:pt x="360998" y="329565"/>
                  </a:cubicBezTo>
                  <a:cubicBezTo>
                    <a:pt x="304800" y="293370"/>
                    <a:pt x="222885" y="211455"/>
                    <a:pt x="220028" y="208598"/>
                  </a:cubicBezTo>
                  <a:cubicBezTo>
                    <a:pt x="212408" y="200977"/>
                    <a:pt x="212408" y="189548"/>
                    <a:pt x="220028" y="181927"/>
                  </a:cubicBezTo>
                  <a:cubicBezTo>
                    <a:pt x="227648" y="174308"/>
                    <a:pt x="239077" y="174308"/>
                    <a:pt x="246698" y="181927"/>
                  </a:cubicBezTo>
                  <a:cubicBezTo>
                    <a:pt x="247650" y="182880"/>
                    <a:pt x="312420" y="246698"/>
                    <a:pt x="362903" y="285750"/>
                  </a:cubicBezTo>
                  <a:cubicBezTo>
                    <a:pt x="359093" y="269558"/>
                    <a:pt x="355283" y="248602"/>
                    <a:pt x="352425" y="221933"/>
                  </a:cubicBezTo>
                  <a:cubicBezTo>
                    <a:pt x="348615" y="190500"/>
                    <a:pt x="362903" y="180975"/>
                    <a:pt x="371475" y="177165"/>
                  </a:cubicBezTo>
                  <a:cubicBezTo>
                    <a:pt x="386715" y="171450"/>
                    <a:pt x="411480" y="175260"/>
                    <a:pt x="475298" y="237173"/>
                  </a:cubicBezTo>
                  <a:cubicBezTo>
                    <a:pt x="507683" y="268605"/>
                    <a:pt x="542925" y="308610"/>
                    <a:pt x="553403" y="326708"/>
                  </a:cubicBezTo>
                  <a:cubicBezTo>
                    <a:pt x="559118" y="335280"/>
                    <a:pt x="556260" y="347663"/>
                    <a:pt x="546735" y="352425"/>
                  </a:cubicBezTo>
                  <a:cubicBezTo>
                    <a:pt x="543878" y="354330"/>
                    <a:pt x="540068" y="355283"/>
                    <a:pt x="537210" y="355283"/>
                  </a:cubicBezTo>
                  <a:cubicBezTo>
                    <a:pt x="530543" y="355283"/>
                    <a:pt x="524828" y="352425"/>
                    <a:pt x="521018" y="345758"/>
                  </a:cubicBezTo>
                  <a:cubicBezTo>
                    <a:pt x="495300" y="303848"/>
                    <a:pt x="418148" y="233363"/>
                    <a:pt x="390525" y="217170"/>
                  </a:cubicBezTo>
                  <a:cubicBezTo>
                    <a:pt x="393383" y="245745"/>
                    <a:pt x="398145" y="268605"/>
                    <a:pt x="401955" y="284798"/>
                  </a:cubicBezTo>
                  <a:close/>
                  <a:moveTo>
                    <a:pt x="741998" y="280035"/>
                  </a:moveTo>
                  <a:lnTo>
                    <a:pt x="661035" y="360998"/>
                  </a:lnTo>
                  <a:cubicBezTo>
                    <a:pt x="653415" y="368618"/>
                    <a:pt x="641985" y="368618"/>
                    <a:pt x="634365" y="360998"/>
                  </a:cubicBezTo>
                  <a:cubicBezTo>
                    <a:pt x="626745" y="353378"/>
                    <a:pt x="626745" y="341948"/>
                    <a:pt x="634365" y="334328"/>
                  </a:cubicBezTo>
                  <a:lnTo>
                    <a:pt x="715328" y="253365"/>
                  </a:lnTo>
                  <a:cubicBezTo>
                    <a:pt x="722948" y="245745"/>
                    <a:pt x="734378" y="245745"/>
                    <a:pt x="741998" y="253365"/>
                  </a:cubicBezTo>
                  <a:cubicBezTo>
                    <a:pt x="749618" y="260985"/>
                    <a:pt x="749618" y="272415"/>
                    <a:pt x="741998" y="280035"/>
                  </a:cubicBezTo>
                  <a:close/>
                </a:path>
              </a:pathLst>
            </a:custGeom>
            <a:solidFill>
              <a:schemeClr val="bg1">
                <a:alpha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73E5FE35-9126-74BB-B496-12A781F045CD}"/>
              </a:ext>
            </a:extLst>
          </p:cNvPr>
          <p:cNvGrpSpPr/>
          <p:nvPr/>
        </p:nvGrpSpPr>
        <p:grpSpPr>
          <a:xfrm>
            <a:off x="1190934" y="2836543"/>
            <a:ext cx="2136618" cy="363822"/>
            <a:chOff x="1190934" y="2836543"/>
            <a:chExt cx="2136618" cy="363822"/>
          </a:xfrm>
        </p:grpSpPr>
        <p:sp>
          <p:nvSpPr>
            <p:cNvPr id="65" name="Retângulo: Cantos Arredondados 64">
              <a:extLst>
                <a:ext uri="{FF2B5EF4-FFF2-40B4-BE49-F238E27FC236}">
                  <a16:creationId xmlns:a16="http://schemas.microsoft.com/office/drawing/2014/main" id="{BD4FB858-0AC9-C503-27BF-F569FF7FB914}"/>
                </a:ext>
              </a:extLst>
            </p:cNvPr>
            <p:cNvSpPr/>
            <p:nvPr/>
          </p:nvSpPr>
          <p:spPr>
            <a:xfrm>
              <a:off x="1190934" y="2838227"/>
              <a:ext cx="2136618" cy="362138"/>
            </a:xfrm>
            <a:prstGeom prst="roundRect">
              <a:avLst/>
            </a:prstGeom>
            <a:gradFill flip="none" rotWithShape="1">
              <a:gsLst>
                <a:gs pos="84000">
                  <a:srgbClr val="020202"/>
                </a:gs>
                <a:gs pos="1900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6" name="Retângulo: Cantos Arredondados 65">
              <a:extLst>
                <a:ext uri="{FF2B5EF4-FFF2-40B4-BE49-F238E27FC236}">
                  <a16:creationId xmlns:a16="http://schemas.microsoft.com/office/drawing/2014/main" id="{DAE35B08-8378-9462-D32D-97BBBB06CE93}"/>
                </a:ext>
              </a:extLst>
            </p:cNvPr>
            <p:cNvSpPr/>
            <p:nvPr/>
          </p:nvSpPr>
          <p:spPr>
            <a:xfrm>
              <a:off x="1190934" y="2836543"/>
              <a:ext cx="2136618" cy="362138"/>
            </a:xfrm>
            <a:prstGeom prst="roundRect">
              <a:avLst/>
            </a:prstGeom>
            <a:gradFill flip="none" rotWithShape="1">
              <a:gsLst>
                <a:gs pos="14000">
                  <a:srgbClr val="333333">
                    <a:alpha val="0"/>
                  </a:srgbClr>
                </a:gs>
                <a:gs pos="0">
                  <a:srgbClr val="CCFF33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54A83C4A-8F6D-73AE-9524-74611A0D0189}"/>
                </a:ext>
              </a:extLst>
            </p:cNvPr>
            <p:cNvGrpSpPr/>
            <p:nvPr/>
          </p:nvGrpSpPr>
          <p:grpSpPr>
            <a:xfrm>
              <a:off x="2969312" y="2896215"/>
              <a:ext cx="306258" cy="237350"/>
              <a:chOff x="2492231" y="3093023"/>
              <a:chExt cx="762000" cy="590550"/>
            </a:xfrm>
          </p:grpSpPr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FE13942-60B2-5304-563D-463F568ACD98}"/>
                  </a:ext>
                </a:extLst>
              </p:cNvPr>
              <p:cNvSpPr/>
              <p:nvPr/>
            </p:nvSpPr>
            <p:spPr>
              <a:xfrm rot="16200000">
                <a:off x="2577956" y="3007298"/>
                <a:ext cx="590550" cy="762000"/>
              </a:xfrm>
              <a:custGeom>
                <a:avLst/>
                <a:gdLst>
                  <a:gd name="csX0" fmla="*/ 57150 w 590550"/>
                  <a:gd name="csY0" fmla="*/ 57150 h 762000"/>
                  <a:gd name="csX1" fmla="*/ 533400 w 590550"/>
                  <a:gd name="csY1" fmla="*/ 57150 h 762000"/>
                  <a:gd name="csX2" fmla="*/ 533400 w 590550"/>
                  <a:gd name="csY2" fmla="*/ 704850 h 762000"/>
                  <a:gd name="csX3" fmla="*/ 57150 w 590550"/>
                  <a:gd name="csY3" fmla="*/ 704850 h 762000"/>
                  <a:gd name="csX4" fmla="*/ 57150 w 590550"/>
                  <a:gd name="csY4" fmla="*/ 57150 h 762000"/>
                  <a:gd name="csX5" fmla="*/ 0 w 590550"/>
                  <a:gd name="csY5" fmla="*/ 762000 h 762000"/>
                  <a:gd name="csX6" fmla="*/ 590550 w 590550"/>
                  <a:gd name="csY6" fmla="*/ 762000 h 762000"/>
                  <a:gd name="csX7" fmla="*/ 590550 w 590550"/>
                  <a:gd name="csY7" fmla="*/ 0 h 762000"/>
                  <a:gd name="csX8" fmla="*/ 0 w 590550"/>
                  <a:gd name="csY8" fmla="*/ 0 h 762000"/>
                  <a:gd name="csX9" fmla="*/ 0 w 590550"/>
                  <a:gd name="csY9" fmla="*/ 762000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90550" h="762000">
                    <a:moveTo>
                      <a:pt x="57150" y="57150"/>
                    </a:moveTo>
                    <a:lnTo>
                      <a:pt x="533400" y="57150"/>
                    </a:lnTo>
                    <a:lnTo>
                      <a:pt x="533400" y="704850"/>
                    </a:lnTo>
                    <a:lnTo>
                      <a:pt x="57150" y="704850"/>
                    </a:lnTo>
                    <a:lnTo>
                      <a:pt x="57150" y="57150"/>
                    </a:lnTo>
                    <a:close/>
                    <a:moveTo>
                      <a:pt x="0" y="762000"/>
                    </a:moveTo>
                    <a:lnTo>
                      <a:pt x="590550" y="762000"/>
                    </a:lnTo>
                    <a:lnTo>
                      <a:pt x="590550" y="0"/>
                    </a:lnTo>
                    <a:lnTo>
                      <a:pt x="0" y="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chemeClr val="bg1">
                  <a:alpha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  <p:sp>
            <p:nvSpPr>
              <p:cNvPr id="36" name="Retângulo 35">
                <a:extLst>
                  <a:ext uri="{FF2B5EF4-FFF2-40B4-BE49-F238E27FC236}">
                    <a16:creationId xmlns:a16="http://schemas.microsoft.com/office/drawing/2014/main" id="{7DAA3877-FDAB-4B29-FF0A-64059880E591}"/>
                  </a:ext>
                </a:extLst>
              </p:cNvPr>
              <p:cNvSpPr/>
              <p:nvPr/>
            </p:nvSpPr>
            <p:spPr>
              <a:xfrm>
                <a:off x="2613816" y="3196576"/>
                <a:ext cx="76200" cy="76200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231FB12E-52F8-CBEF-51E9-C6B75DB59A61}"/>
                  </a:ext>
                </a:extLst>
              </p:cNvPr>
              <p:cNvSpPr/>
              <p:nvPr/>
            </p:nvSpPr>
            <p:spPr>
              <a:xfrm>
                <a:off x="2766215" y="3196576"/>
                <a:ext cx="373715" cy="57150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EF82B01-7A48-43F5-3E79-28430DB46436}"/>
                  </a:ext>
                </a:extLst>
              </p:cNvPr>
              <p:cNvSpPr/>
              <p:nvPr/>
            </p:nvSpPr>
            <p:spPr>
              <a:xfrm>
                <a:off x="2613816" y="3348976"/>
                <a:ext cx="76200" cy="76200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B88A4208-C88A-D7B6-B829-892E4680E8CB}"/>
                  </a:ext>
                </a:extLst>
              </p:cNvPr>
              <p:cNvSpPr/>
              <p:nvPr/>
            </p:nvSpPr>
            <p:spPr>
              <a:xfrm>
                <a:off x="2766215" y="3348976"/>
                <a:ext cx="373715" cy="57150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1E0D9E94-6571-EBFB-1176-7DCA508E9117}"/>
                  </a:ext>
                </a:extLst>
              </p:cNvPr>
              <p:cNvSpPr/>
              <p:nvPr/>
            </p:nvSpPr>
            <p:spPr>
              <a:xfrm>
                <a:off x="2613816" y="3501376"/>
                <a:ext cx="76200" cy="76200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ABD8BFD6-55B7-BB86-1643-408D593FF321}"/>
                  </a:ext>
                </a:extLst>
              </p:cNvPr>
              <p:cNvSpPr/>
              <p:nvPr/>
            </p:nvSpPr>
            <p:spPr>
              <a:xfrm>
                <a:off x="2766215" y="3501376"/>
                <a:ext cx="373715" cy="57150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5FD437D5-1014-2178-1F00-0BCFC09FA9B7}"/>
              </a:ext>
            </a:extLst>
          </p:cNvPr>
          <p:cNvGrpSpPr/>
          <p:nvPr/>
        </p:nvGrpSpPr>
        <p:grpSpPr>
          <a:xfrm>
            <a:off x="3467508" y="707485"/>
            <a:ext cx="2001733" cy="365428"/>
            <a:chOff x="3467508" y="707485"/>
            <a:chExt cx="2001733" cy="365428"/>
          </a:xfrm>
        </p:grpSpPr>
        <p:sp>
          <p:nvSpPr>
            <p:cNvPr id="93" name="Retângulo: Cantos Arredondados 92">
              <a:extLst>
                <a:ext uri="{FF2B5EF4-FFF2-40B4-BE49-F238E27FC236}">
                  <a16:creationId xmlns:a16="http://schemas.microsoft.com/office/drawing/2014/main" id="{CEE6D7B3-D93D-EED3-8115-C524578C2128}"/>
                </a:ext>
              </a:extLst>
            </p:cNvPr>
            <p:cNvSpPr/>
            <p:nvPr/>
          </p:nvSpPr>
          <p:spPr>
            <a:xfrm>
              <a:off x="3467508" y="710775"/>
              <a:ext cx="2001733" cy="362138"/>
            </a:xfrm>
            <a:prstGeom prst="roundRect">
              <a:avLst/>
            </a:prstGeom>
            <a:gradFill flip="none" rotWithShape="1">
              <a:gsLst>
                <a:gs pos="30000">
                  <a:srgbClr val="333333">
                    <a:alpha val="0"/>
                  </a:srgbClr>
                </a:gs>
                <a:gs pos="0">
                  <a:srgbClr val="00CC66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graphicFrame>
          <p:nvGraphicFramePr>
            <p:cNvPr id="45" name="Objeto 44">
              <a:extLst>
                <a:ext uri="{FF2B5EF4-FFF2-40B4-BE49-F238E27FC236}">
                  <a16:creationId xmlns:a16="http://schemas.microsoft.com/office/drawing/2014/main" id="{D116105D-1535-D262-B48D-40BB80A77B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4673313"/>
                </p:ext>
              </p:extLst>
            </p:nvPr>
          </p:nvGraphicFramePr>
          <p:xfrm>
            <a:off x="4075359" y="707485"/>
            <a:ext cx="786030" cy="2880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5" imgW="14914263" imgH="5463579" progId="CorelDraw.Graphic.18">
                    <p:embed/>
                  </p:oleObj>
                </mc:Choice>
                <mc:Fallback>
                  <p:oleObj name="CorelDRAW" r:id="rId5" imgW="14914263" imgH="5463579" progId="CorelDraw.Graphic.18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75359" y="707485"/>
                          <a:ext cx="786030" cy="2880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47ED007D-2193-7B7D-0A5F-3EB086591DB0}"/>
              </a:ext>
            </a:extLst>
          </p:cNvPr>
          <p:cNvGrpSpPr/>
          <p:nvPr/>
        </p:nvGrpSpPr>
        <p:grpSpPr>
          <a:xfrm>
            <a:off x="5628258" y="674676"/>
            <a:ext cx="2001733" cy="398237"/>
            <a:chOff x="5628258" y="674676"/>
            <a:chExt cx="2001733" cy="398237"/>
          </a:xfrm>
        </p:grpSpPr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A59EA90E-0B3D-89D9-E6F9-9F4CB193D616}"/>
                </a:ext>
              </a:extLst>
            </p:cNvPr>
            <p:cNvSpPr/>
            <p:nvPr/>
          </p:nvSpPr>
          <p:spPr>
            <a:xfrm>
              <a:off x="5628258" y="710775"/>
              <a:ext cx="2001733" cy="362138"/>
            </a:xfrm>
            <a:prstGeom prst="roundRect">
              <a:avLst/>
            </a:prstGeom>
            <a:gradFill flip="none" rotWithShape="1">
              <a:gsLst>
                <a:gs pos="30000">
                  <a:srgbClr val="333333">
                    <a:alpha val="0"/>
                  </a:srgbClr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graphicFrame>
          <p:nvGraphicFramePr>
            <p:cNvPr id="96" name="Objeto 95">
              <a:extLst>
                <a:ext uri="{FF2B5EF4-FFF2-40B4-BE49-F238E27FC236}">
                  <a16:creationId xmlns:a16="http://schemas.microsoft.com/office/drawing/2014/main" id="{E469FECE-0232-AE8F-6A2F-32702AC1D8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0659304"/>
                </p:ext>
              </p:extLst>
            </p:nvPr>
          </p:nvGraphicFramePr>
          <p:xfrm>
            <a:off x="5869377" y="674676"/>
            <a:ext cx="1519495" cy="320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7" imgW="31358888" imgH="6619824" progId="CorelDraw.Graphic.18">
                    <p:embed/>
                  </p:oleObj>
                </mc:Choice>
                <mc:Fallback>
                  <p:oleObj name="CorelDRAW" r:id="rId7" imgW="31358888" imgH="6619824" progId="CorelDraw.Graphic.18">
                    <p:embed/>
                    <p:pic>
                      <p:nvPicPr>
                        <p:cNvPr id="112" name="Objeto 111">
                          <a:extLst>
                            <a:ext uri="{FF2B5EF4-FFF2-40B4-BE49-F238E27FC236}">
                              <a16:creationId xmlns:a16="http://schemas.microsoft.com/office/drawing/2014/main" id="{A2B34748-868C-4BE0-ADC9-3354C84147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69377" y="674676"/>
                          <a:ext cx="1519495" cy="32081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8" name="Objeto 117">
            <a:extLst>
              <a:ext uri="{FF2B5EF4-FFF2-40B4-BE49-F238E27FC236}">
                <a16:creationId xmlns:a16="http://schemas.microsoft.com/office/drawing/2014/main" id="{44E7B500-907D-7DDF-990F-C17FCF195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447105"/>
              </p:ext>
            </p:extLst>
          </p:nvPr>
        </p:nvGraphicFramePr>
        <p:xfrm>
          <a:off x="8037999" y="5899142"/>
          <a:ext cx="1864098" cy="552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9" imgW="272411" imgH="80280" progId="CorelDraw.Graphic.18">
                  <p:embed/>
                </p:oleObj>
              </mc:Choice>
              <mc:Fallback>
                <p:oleObj name="CorelDRAW" r:id="rId9" imgW="272411" imgH="80280" progId="CorelDraw.Graphic.1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37999" y="5899142"/>
                        <a:ext cx="1864098" cy="552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835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9A07-9DF3-3AE3-6AE8-766564AE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4C32378-59B8-3598-287C-599A756621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094" y="594360"/>
            <a:ext cx="8999145" cy="6023723"/>
          </a:xfrm>
          <a:prstGeom prst="roundRect">
            <a:avLst>
              <a:gd name="adj" fmla="val 20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8CAB198D-EBC3-193B-3BEA-321B34E57E65}"/>
              </a:ext>
            </a:extLst>
          </p:cNvPr>
          <p:cNvSpPr/>
          <p:nvPr/>
        </p:nvSpPr>
        <p:spPr>
          <a:xfrm>
            <a:off x="1306758" y="710775"/>
            <a:ext cx="2001733" cy="362138"/>
          </a:xfrm>
          <a:prstGeom prst="roundRect">
            <a:avLst/>
          </a:prstGeom>
          <a:gradFill flip="none" rotWithShape="1">
            <a:gsLst>
              <a:gs pos="30000">
                <a:srgbClr val="333333">
                  <a:alpha val="0"/>
                </a:srgbClr>
              </a:gs>
              <a:gs pos="0">
                <a:srgbClr val="CCFF33"/>
              </a:gs>
            </a:gsLst>
            <a:lin ang="162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E749731E-A218-0BE4-2802-4CA916E79C0A}"/>
              </a:ext>
            </a:extLst>
          </p:cNvPr>
          <p:cNvSpPr/>
          <p:nvPr/>
        </p:nvSpPr>
        <p:spPr>
          <a:xfrm>
            <a:off x="3467508" y="710775"/>
            <a:ext cx="2001733" cy="362138"/>
          </a:xfrm>
          <a:prstGeom prst="roundRect">
            <a:avLst/>
          </a:prstGeom>
          <a:gradFill flip="none" rotWithShape="1">
            <a:gsLst>
              <a:gs pos="30000">
                <a:srgbClr val="333333">
                  <a:alpha val="0"/>
                </a:srgbClr>
              </a:gs>
              <a:gs pos="0">
                <a:srgbClr val="00FFCC"/>
              </a:gs>
            </a:gsLst>
            <a:lin ang="162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D367B80B-35B6-1EE6-8A0A-5A0F4AFDCA9F}"/>
              </a:ext>
            </a:extLst>
          </p:cNvPr>
          <p:cNvSpPr/>
          <p:nvPr/>
        </p:nvSpPr>
        <p:spPr>
          <a:xfrm>
            <a:off x="5628258" y="710775"/>
            <a:ext cx="2001733" cy="362138"/>
          </a:xfrm>
          <a:prstGeom prst="roundRect">
            <a:avLst/>
          </a:prstGeom>
          <a:gradFill flip="none" rotWithShape="1">
            <a:gsLst>
              <a:gs pos="30000">
                <a:srgbClr val="333333">
                  <a:alpha val="0"/>
                </a:srgbClr>
              </a:gs>
              <a:gs pos="0">
                <a:srgbClr val="FF00FF"/>
              </a:gs>
            </a:gsLst>
            <a:lin ang="162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sp>
        <p:nvSpPr>
          <p:cNvPr id="95" name="Retângulo: Cantos Arredondados 94">
            <a:extLst>
              <a:ext uri="{FF2B5EF4-FFF2-40B4-BE49-F238E27FC236}">
                <a16:creationId xmlns:a16="http://schemas.microsoft.com/office/drawing/2014/main" id="{223E558B-3F84-A674-DE63-1CB434218697}"/>
              </a:ext>
            </a:extLst>
          </p:cNvPr>
          <p:cNvSpPr/>
          <p:nvPr/>
        </p:nvSpPr>
        <p:spPr>
          <a:xfrm>
            <a:off x="7789008" y="710775"/>
            <a:ext cx="2001733" cy="362138"/>
          </a:xfrm>
          <a:prstGeom prst="roundRect">
            <a:avLst/>
          </a:prstGeom>
          <a:gradFill flip="none" rotWithShape="1">
            <a:gsLst>
              <a:gs pos="30000">
                <a:srgbClr val="333333">
                  <a:alpha val="0"/>
                </a:srgbClr>
              </a:gs>
              <a:gs pos="0">
                <a:srgbClr val="FF9933"/>
              </a:gs>
            </a:gsLst>
            <a:lin ang="162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D83DB8D4-CDB4-5426-3066-CFC576D33D66}"/>
              </a:ext>
            </a:extLst>
          </p:cNvPr>
          <p:cNvSpPr txBox="1"/>
          <p:nvPr/>
        </p:nvSpPr>
        <p:spPr>
          <a:xfrm>
            <a:off x="4208334" y="749291"/>
            <a:ext cx="520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Excel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15B467F2-C1BF-2091-F631-48F02ECAD0F8}"/>
              </a:ext>
            </a:extLst>
          </p:cNvPr>
          <p:cNvSpPr txBox="1"/>
          <p:nvPr/>
        </p:nvSpPr>
        <p:spPr>
          <a:xfrm>
            <a:off x="6096000" y="738041"/>
            <a:ext cx="10170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Fechamento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FB3FB1F9-F0A7-A7D0-2344-65FE6ED97B13}"/>
              </a:ext>
            </a:extLst>
          </p:cNvPr>
          <p:cNvSpPr txBox="1"/>
          <p:nvPr/>
        </p:nvSpPr>
        <p:spPr>
          <a:xfrm>
            <a:off x="8371793" y="738041"/>
            <a:ext cx="6458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Outros</a:t>
            </a:r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90A454DA-C3AA-2792-3CA5-CC105ADED6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493010"/>
              </p:ext>
            </p:extLst>
          </p:nvPr>
        </p:nvGraphicFramePr>
        <p:xfrm>
          <a:off x="1306758" y="1239369"/>
          <a:ext cx="2318128" cy="52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18348729" imgH="4143645" progId="CorelDraw.Graphic.18">
                  <p:embed/>
                </p:oleObj>
              </mc:Choice>
              <mc:Fallback>
                <p:oleObj name="CorelDRAW" r:id="rId2" imgW="18348729" imgH="4143645" progId="CorelDraw.Graphic.18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EE20C5FF-8D3E-7405-4A03-D1DCD48DC7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6758" y="1239369"/>
                        <a:ext cx="2318128" cy="523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2FEC1D79-9C0E-FD2C-ED38-C37A6E115D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8531" y="702385"/>
          <a:ext cx="1298185" cy="293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18348729" imgH="4143645" progId="CorelDraw.Graphic.18">
                  <p:embed/>
                </p:oleObj>
              </mc:Choice>
              <mc:Fallback>
                <p:oleObj name="CorelDRAW" r:id="rId2" imgW="18348729" imgH="4143645" progId="CorelDraw.Graphic.18">
                  <p:embed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97B8B9CC-CA71-E956-CBEA-8EDDFC516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58531" y="702385"/>
                        <a:ext cx="1298185" cy="293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áfico 13" descr="Cavalete com preenchimento sólido">
            <a:extLst>
              <a:ext uri="{FF2B5EF4-FFF2-40B4-BE49-F238E27FC236}">
                <a16:creationId xmlns:a16="http://schemas.microsoft.com/office/drawing/2014/main" id="{3B1EF59F-0E7B-8547-FCB3-850B0D156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8861" y="1918633"/>
            <a:ext cx="711900" cy="711900"/>
          </a:xfrm>
          <a:prstGeom prst="rect">
            <a:avLst/>
          </a:prstGeom>
        </p:spPr>
      </p:pic>
      <p:sp>
        <p:nvSpPr>
          <p:cNvPr id="24" name="Gráfico 16" descr="Quadro-negro com preenchimento sólido">
            <a:extLst>
              <a:ext uri="{FF2B5EF4-FFF2-40B4-BE49-F238E27FC236}">
                <a16:creationId xmlns:a16="http://schemas.microsoft.com/office/drawing/2014/main" id="{8FE4599E-AB4E-242E-812D-87F43598FAFF}"/>
              </a:ext>
            </a:extLst>
          </p:cNvPr>
          <p:cNvSpPr/>
          <p:nvPr/>
        </p:nvSpPr>
        <p:spPr>
          <a:xfrm>
            <a:off x="2220910" y="2075021"/>
            <a:ext cx="785812" cy="533400"/>
          </a:xfrm>
          <a:custGeom>
            <a:avLst/>
            <a:gdLst>
              <a:gd name="csX0" fmla="*/ 768668 w 785812"/>
              <a:gd name="csY0" fmla="*/ 226695 h 533400"/>
              <a:gd name="csX1" fmla="*/ 762000 w 785812"/>
              <a:gd name="csY1" fmla="*/ 220980 h 533400"/>
              <a:gd name="csX2" fmla="*/ 762000 w 785812"/>
              <a:gd name="csY2" fmla="*/ 38100 h 533400"/>
              <a:gd name="csX3" fmla="*/ 723900 w 785812"/>
              <a:gd name="csY3" fmla="*/ 0 h 533400"/>
              <a:gd name="csX4" fmla="*/ 38100 w 785812"/>
              <a:gd name="csY4" fmla="*/ 0 h 533400"/>
              <a:gd name="csX5" fmla="*/ 0 w 785812"/>
              <a:gd name="csY5" fmla="*/ 38100 h 533400"/>
              <a:gd name="csX6" fmla="*/ 0 w 785812"/>
              <a:gd name="csY6" fmla="*/ 495300 h 533400"/>
              <a:gd name="csX7" fmla="*/ 38100 w 785812"/>
              <a:gd name="csY7" fmla="*/ 533400 h 533400"/>
              <a:gd name="csX8" fmla="*/ 723900 w 785812"/>
              <a:gd name="csY8" fmla="*/ 533400 h 533400"/>
              <a:gd name="csX9" fmla="*/ 762000 w 785812"/>
              <a:gd name="csY9" fmla="*/ 495300 h 533400"/>
              <a:gd name="csX10" fmla="*/ 762000 w 785812"/>
              <a:gd name="csY10" fmla="*/ 314325 h 533400"/>
              <a:gd name="csX11" fmla="*/ 768668 w 785812"/>
              <a:gd name="csY11" fmla="*/ 307658 h 533400"/>
              <a:gd name="csX12" fmla="*/ 785813 w 785812"/>
              <a:gd name="csY12" fmla="*/ 267653 h 533400"/>
              <a:gd name="csX13" fmla="*/ 768668 w 785812"/>
              <a:gd name="csY13" fmla="*/ 226695 h 533400"/>
              <a:gd name="csX14" fmla="*/ 704850 w 785812"/>
              <a:gd name="csY14" fmla="*/ 476250 h 533400"/>
              <a:gd name="csX15" fmla="*/ 57150 w 785812"/>
              <a:gd name="csY15" fmla="*/ 476250 h 533400"/>
              <a:gd name="csX16" fmla="*/ 57150 w 785812"/>
              <a:gd name="csY16" fmla="*/ 57150 h 533400"/>
              <a:gd name="csX17" fmla="*/ 704850 w 785812"/>
              <a:gd name="csY17" fmla="*/ 57150 h 533400"/>
              <a:gd name="csX18" fmla="*/ 704850 w 785812"/>
              <a:gd name="csY18" fmla="*/ 214313 h 533400"/>
              <a:gd name="csX19" fmla="*/ 687705 w 785812"/>
              <a:gd name="csY19" fmla="*/ 225743 h 533400"/>
              <a:gd name="csX20" fmla="*/ 666750 w 785812"/>
              <a:gd name="csY20" fmla="*/ 247650 h 533400"/>
              <a:gd name="csX21" fmla="*/ 666750 w 785812"/>
              <a:gd name="csY21" fmla="*/ 95250 h 533400"/>
              <a:gd name="csX22" fmla="*/ 95250 w 785812"/>
              <a:gd name="csY22" fmla="*/ 95250 h 533400"/>
              <a:gd name="csX23" fmla="*/ 95250 w 785812"/>
              <a:gd name="csY23" fmla="*/ 438150 h 533400"/>
              <a:gd name="csX24" fmla="*/ 666750 w 785812"/>
              <a:gd name="csY24" fmla="*/ 438150 h 533400"/>
              <a:gd name="csX25" fmla="*/ 666750 w 785812"/>
              <a:gd name="csY25" fmla="*/ 401003 h 533400"/>
              <a:gd name="csX26" fmla="*/ 687705 w 785812"/>
              <a:gd name="csY26" fmla="*/ 387668 h 533400"/>
              <a:gd name="csX27" fmla="*/ 704850 w 785812"/>
              <a:gd name="csY27" fmla="*/ 371475 h 533400"/>
              <a:gd name="csX28" fmla="*/ 704850 w 785812"/>
              <a:gd name="csY28" fmla="*/ 476250 h 533400"/>
              <a:gd name="csX29" fmla="*/ 401955 w 785812"/>
              <a:gd name="csY29" fmla="*/ 284798 h 533400"/>
              <a:gd name="csX30" fmla="*/ 397193 w 785812"/>
              <a:gd name="csY30" fmla="*/ 335280 h 533400"/>
              <a:gd name="csX31" fmla="*/ 360998 w 785812"/>
              <a:gd name="csY31" fmla="*/ 329565 h 533400"/>
              <a:gd name="csX32" fmla="*/ 220028 w 785812"/>
              <a:gd name="csY32" fmla="*/ 208598 h 533400"/>
              <a:gd name="csX33" fmla="*/ 220028 w 785812"/>
              <a:gd name="csY33" fmla="*/ 181927 h 533400"/>
              <a:gd name="csX34" fmla="*/ 246698 w 785812"/>
              <a:gd name="csY34" fmla="*/ 181927 h 533400"/>
              <a:gd name="csX35" fmla="*/ 362903 w 785812"/>
              <a:gd name="csY35" fmla="*/ 285750 h 533400"/>
              <a:gd name="csX36" fmla="*/ 352425 w 785812"/>
              <a:gd name="csY36" fmla="*/ 221933 h 533400"/>
              <a:gd name="csX37" fmla="*/ 371475 w 785812"/>
              <a:gd name="csY37" fmla="*/ 177165 h 533400"/>
              <a:gd name="csX38" fmla="*/ 475298 w 785812"/>
              <a:gd name="csY38" fmla="*/ 237173 h 533400"/>
              <a:gd name="csX39" fmla="*/ 553403 w 785812"/>
              <a:gd name="csY39" fmla="*/ 326708 h 533400"/>
              <a:gd name="csX40" fmla="*/ 546735 w 785812"/>
              <a:gd name="csY40" fmla="*/ 352425 h 533400"/>
              <a:gd name="csX41" fmla="*/ 537210 w 785812"/>
              <a:gd name="csY41" fmla="*/ 355283 h 533400"/>
              <a:gd name="csX42" fmla="*/ 521018 w 785812"/>
              <a:gd name="csY42" fmla="*/ 345758 h 533400"/>
              <a:gd name="csX43" fmla="*/ 390525 w 785812"/>
              <a:gd name="csY43" fmla="*/ 217170 h 533400"/>
              <a:gd name="csX44" fmla="*/ 401955 w 785812"/>
              <a:gd name="csY44" fmla="*/ 284798 h 533400"/>
              <a:gd name="csX45" fmla="*/ 741998 w 785812"/>
              <a:gd name="csY45" fmla="*/ 280035 h 533400"/>
              <a:gd name="csX46" fmla="*/ 661035 w 785812"/>
              <a:gd name="csY46" fmla="*/ 360998 h 533400"/>
              <a:gd name="csX47" fmla="*/ 634365 w 785812"/>
              <a:gd name="csY47" fmla="*/ 360998 h 533400"/>
              <a:gd name="csX48" fmla="*/ 634365 w 785812"/>
              <a:gd name="csY48" fmla="*/ 334328 h 533400"/>
              <a:gd name="csX49" fmla="*/ 715328 w 785812"/>
              <a:gd name="csY49" fmla="*/ 253365 h 533400"/>
              <a:gd name="csX50" fmla="*/ 741998 w 785812"/>
              <a:gd name="csY50" fmla="*/ 253365 h 533400"/>
              <a:gd name="csX51" fmla="*/ 741998 w 785812"/>
              <a:gd name="csY51" fmla="*/ 280035 h 53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785812" h="533400">
                <a:moveTo>
                  <a:pt x="768668" y="226695"/>
                </a:moveTo>
                <a:cubicBezTo>
                  <a:pt x="766763" y="224790"/>
                  <a:pt x="763905" y="222885"/>
                  <a:pt x="762000" y="220980"/>
                </a:cubicBezTo>
                <a:lnTo>
                  <a:pt x="762000" y="38100"/>
                </a:lnTo>
                <a:cubicBezTo>
                  <a:pt x="762000" y="17145"/>
                  <a:pt x="744855" y="0"/>
                  <a:pt x="723900" y="0"/>
                </a:cubicBezTo>
                <a:lnTo>
                  <a:pt x="38100" y="0"/>
                </a:lnTo>
                <a:cubicBezTo>
                  <a:pt x="17145" y="0"/>
                  <a:pt x="0" y="17145"/>
                  <a:pt x="0" y="38100"/>
                </a:cubicBezTo>
                <a:lnTo>
                  <a:pt x="0" y="495300"/>
                </a:lnTo>
                <a:cubicBezTo>
                  <a:pt x="0" y="516255"/>
                  <a:pt x="17145" y="533400"/>
                  <a:pt x="38100" y="533400"/>
                </a:cubicBezTo>
                <a:lnTo>
                  <a:pt x="723900" y="533400"/>
                </a:lnTo>
                <a:cubicBezTo>
                  <a:pt x="744855" y="533400"/>
                  <a:pt x="762000" y="516255"/>
                  <a:pt x="762000" y="495300"/>
                </a:cubicBezTo>
                <a:lnTo>
                  <a:pt x="762000" y="314325"/>
                </a:lnTo>
                <a:lnTo>
                  <a:pt x="768668" y="307658"/>
                </a:lnTo>
                <a:cubicBezTo>
                  <a:pt x="779145" y="297180"/>
                  <a:pt x="785813" y="282893"/>
                  <a:pt x="785813" y="267653"/>
                </a:cubicBezTo>
                <a:cubicBezTo>
                  <a:pt x="785813" y="251460"/>
                  <a:pt x="780098" y="237173"/>
                  <a:pt x="768668" y="226695"/>
                </a:cubicBezTo>
                <a:close/>
                <a:moveTo>
                  <a:pt x="704850" y="476250"/>
                </a:moveTo>
                <a:lnTo>
                  <a:pt x="57150" y="476250"/>
                </a:lnTo>
                <a:lnTo>
                  <a:pt x="57150" y="57150"/>
                </a:lnTo>
                <a:lnTo>
                  <a:pt x="704850" y="57150"/>
                </a:lnTo>
                <a:lnTo>
                  <a:pt x="704850" y="214313"/>
                </a:lnTo>
                <a:cubicBezTo>
                  <a:pt x="699135" y="217170"/>
                  <a:pt x="693420" y="220980"/>
                  <a:pt x="687705" y="225743"/>
                </a:cubicBezTo>
                <a:lnTo>
                  <a:pt x="666750" y="247650"/>
                </a:lnTo>
                <a:lnTo>
                  <a:pt x="666750" y="95250"/>
                </a:lnTo>
                <a:lnTo>
                  <a:pt x="95250" y="95250"/>
                </a:lnTo>
                <a:lnTo>
                  <a:pt x="95250" y="438150"/>
                </a:lnTo>
                <a:lnTo>
                  <a:pt x="666750" y="438150"/>
                </a:lnTo>
                <a:lnTo>
                  <a:pt x="666750" y="401003"/>
                </a:lnTo>
                <a:cubicBezTo>
                  <a:pt x="674370" y="398145"/>
                  <a:pt x="681990" y="393383"/>
                  <a:pt x="687705" y="387668"/>
                </a:cubicBezTo>
                <a:lnTo>
                  <a:pt x="704850" y="371475"/>
                </a:lnTo>
                <a:lnTo>
                  <a:pt x="704850" y="476250"/>
                </a:lnTo>
                <a:close/>
                <a:moveTo>
                  <a:pt x="401955" y="284798"/>
                </a:moveTo>
                <a:cubicBezTo>
                  <a:pt x="407670" y="310515"/>
                  <a:pt x="410528" y="325755"/>
                  <a:pt x="397193" y="335280"/>
                </a:cubicBezTo>
                <a:cubicBezTo>
                  <a:pt x="383858" y="344805"/>
                  <a:pt x="368618" y="335280"/>
                  <a:pt x="360998" y="329565"/>
                </a:cubicBezTo>
                <a:cubicBezTo>
                  <a:pt x="304800" y="293370"/>
                  <a:pt x="222885" y="211455"/>
                  <a:pt x="220028" y="208598"/>
                </a:cubicBezTo>
                <a:cubicBezTo>
                  <a:pt x="212408" y="200977"/>
                  <a:pt x="212408" y="189548"/>
                  <a:pt x="220028" y="181927"/>
                </a:cubicBezTo>
                <a:cubicBezTo>
                  <a:pt x="227648" y="174308"/>
                  <a:pt x="239077" y="174308"/>
                  <a:pt x="246698" y="181927"/>
                </a:cubicBezTo>
                <a:cubicBezTo>
                  <a:pt x="247650" y="182880"/>
                  <a:pt x="312420" y="246698"/>
                  <a:pt x="362903" y="285750"/>
                </a:cubicBezTo>
                <a:cubicBezTo>
                  <a:pt x="359093" y="269558"/>
                  <a:pt x="355283" y="248602"/>
                  <a:pt x="352425" y="221933"/>
                </a:cubicBezTo>
                <a:cubicBezTo>
                  <a:pt x="348615" y="190500"/>
                  <a:pt x="362903" y="180975"/>
                  <a:pt x="371475" y="177165"/>
                </a:cubicBezTo>
                <a:cubicBezTo>
                  <a:pt x="386715" y="171450"/>
                  <a:pt x="411480" y="175260"/>
                  <a:pt x="475298" y="237173"/>
                </a:cubicBezTo>
                <a:cubicBezTo>
                  <a:pt x="507683" y="268605"/>
                  <a:pt x="542925" y="308610"/>
                  <a:pt x="553403" y="326708"/>
                </a:cubicBezTo>
                <a:cubicBezTo>
                  <a:pt x="559118" y="335280"/>
                  <a:pt x="556260" y="347663"/>
                  <a:pt x="546735" y="352425"/>
                </a:cubicBezTo>
                <a:cubicBezTo>
                  <a:pt x="543878" y="354330"/>
                  <a:pt x="540068" y="355283"/>
                  <a:pt x="537210" y="355283"/>
                </a:cubicBezTo>
                <a:cubicBezTo>
                  <a:pt x="530543" y="355283"/>
                  <a:pt x="524828" y="352425"/>
                  <a:pt x="521018" y="345758"/>
                </a:cubicBezTo>
                <a:cubicBezTo>
                  <a:pt x="495300" y="303848"/>
                  <a:pt x="418148" y="233363"/>
                  <a:pt x="390525" y="217170"/>
                </a:cubicBezTo>
                <a:cubicBezTo>
                  <a:pt x="393383" y="245745"/>
                  <a:pt x="398145" y="268605"/>
                  <a:pt x="401955" y="284798"/>
                </a:cubicBezTo>
                <a:close/>
                <a:moveTo>
                  <a:pt x="741998" y="280035"/>
                </a:moveTo>
                <a:lnTo>
                  <a:pt x="661035" y="360998"/>
                </a:lnTo>
                <a:cubicBezTo>
                  <a:pt x="653415" y="368618"/>
                  <a:pt x="641985" y="368618"/>
                  <a:pt x="634365" y="360998"/>
                </a:cubicBezTo>
                <a:cubicBezTo>
                  <a:pt x="626745" y="353378"/>
                  <a:pt x="626745" y="341948"/>
                  <a:pt x="634365" y="334328"/>
                </a:cubicBezTo>
                <a:lnTo>
                  <a:pt x="715328" y="253365"/>
                </a:lnTo>
                <a:cubicBezTo>
                  <a:pt x="722948" y="245745"/>
                  <a:pt x="734378" y="245745"/>
                  <a:pt x="741998" y="253365"/>
                </a:cubicBezTo>
                <a:cubicBezTo>
                  <a:pt x="749618" y="260985"/>
                  <a:pt x="749618" y="272415"/>
                  <a:pt x="741998" y="28003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809461F-5956-3F3F-B4F7-27337DC65E46}"/>
              </a:ext>
            </a:extLst>
          </p:cNvPr>
          <p:cNvGrpSpPr/>
          <p:nvPr/>
        </p:nvGrpSpPr>
        <p:grpSpPr>
          <a:xfrm>
            <a:off x="3243886" y="2039983"/>
            <a:ext cx="762000" cy="590550"/>
            <a:chOff x="2492231" y="3093023"/>
            <a:chExt cx="762000" cy="590550"/>
          </a:xfrm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DACDE80-8351-7ECE-E5C5-EFDABC8F0C9B}"/>
                </a:ext>
              </a:extLst>
            </p:cNvPr>
            <p:cNvSpPr/>
            <p:nvPr/>
          </p:nvSpPr>
          <p:spPr>
            <a:xfrm rot="16200000">
              <a:off x="2577956" y="3007298"/>
              <a:ext cx="590550" cy="762000"/>
            </a:xfrm>
            <a:custGeom>
              <a:avLst/>
              <a:gdLst>
                <a:gd name="csX0" fmla="*/ 57150 w 590550"/>
                <a:gd name="csY0" fmla="*/ 57150 h 762000"/>
                <a:gd name="csX1" fmla="*/ 533400 w 590550"/>
                <a:gd name="csY1" fmla="*/ 57150 h 762000"/>
                <a:gd name="csX2" fmla="*/ 533400 w 590550"/>
                <a:gd name="csY2" fmla="*/ 704850 h 762000"/>
                <a:gd name="csX3" fmla="*/ 57150 w 590550"/>
                <a:gd name="csY3" fmla="*/ 704850 h 762000"/>
                <a:gd name="csX4" fmla="*/ 57150 w 590550"/>
                <a:gd name="csY4" fmla="*/ 57150 h 762000"/>
                <a:gd name="csX5" fmla="*/ 0 w 590550"/>
                <a:gd name="csY5" fmla="*/ 762000 h 762000"/>
                <a:gd name="csX6" fmla="*/ 590550 w 590550"/>
                <a:gd name="csY6" fmla="*/ 762000 h 762000"/>
                <a:gd name="csX7" fmla="*/ 590550 w 590550"/>
                <a:gd name="csY7" fmla="*/ 0 h 762000"/>
                <a:gd name="csX8" fmla="*/ 0 w 590550"/>
                <a:gd name="csY8" fmla="*/ 0 h 762000"/>
                <a:gd name="csX9" fmla="*/ 0 w 590550"/>
                <a:gd name="csY9" fmla="*/ 76200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90550" h="762000">
                  <a:moveTo>
                    <a:pt x="57150" y="57150"/>
                  </a:moveTo>
                  <a:lnTo>
                    <a:pt x="533400" y="57150"/>
                  </a:lnTo>
                  <a:lnTo>
                    <a:pt x="533400" y="704850"/>
                  </a:lnTo>
                  <a:lnTo>
                    <a:pt x="57150" y="704850"/>
                  </a:lnTo>
                  <a:lnTo>
                    <a:pt x="57150" y="57150"/>
                  </a:lnTo>
                  <a:close/>
                  <a:moveTo>
                    <a:pt x="0" y="762000"/>
                  </a:moveTo>
                  <a:lnTo>
                    <a:pt x="590550" y="762000"/>
                  </a:lnTo>
                  <a:lnTo>
                    <a:pt x="59055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chemeClr val="bg1">
                <a:alpha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algn="r"/>
              <a:endParaRPr lang="pt-BR" dirty="0"/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935D5CCD-2B8B-5F63-8F32-BD4E3D5A6567}"/>
                </a:ext>
              </a:extLst>
            </p:cNvPr>
            <p:cNvSpPr/>
            <p:nvPr/>
          </p:nvSpPr>
          <p:spPr>
            <a:xfrm>
              <a:off x="2613816" y="3196576"/>
              <a:ext cx="76200" cy="7620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algn="r"/>
              <a:endParaRPr lang="pt-BR"/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7E464E02-8042-DB9D-A16A-EEC75B0B810A}"/>
                </a:ext>
              </a:extLst>
            </p:cNvPr>
            <p:cNvSpPr/>
            <p:nvPr/>
          </p:nvSpPr>
          <p:spPr>
            <a:xfrm>
              <a:off x="2766215" y="3196576"/>
              <a:ext cx="373715" cy="5715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algn="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8570FC17-8C19-E111-E377-EED7C042FA69}"/>
                </a:ext>
              </a:extLst>
            </p:cNvPr>
            <p:cNvSpPr/>
            <p:nvPr/>
          </p:nvSpPr>
          <p:spPr>
            <a:xfrm>
              <a:off x="2613816" y="3348976"/>
              <a:ext cx="76200" cy="7620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algn="r"/>
              <a:endParaRPr lang="pt-BR"/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06AB294A-3FC6-5645-01BD-265017D6C0F4}"/>
                </a:ext>
              </a:extLst>
            </p:cNvPr>
            <p:cNvSpPr/>
            <p:nvPr/>
          </p:nvSpPr>
          <p:spPr>
            <a:xfrm>
              <a:off x="2766215" y="3348976"/>
              <a:ext cx="373715" cy="5715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algn="r"/>
              <a:endParaRPr lang="pt-BR"/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E38FF301-B2B4-2AFB-E110-5BBACCE3667F}"/>
                </a:ext>
              </a:extLst>
            </p:cNvPr>
            <p:cNvSpPr/>
            <p:nvPr/>
          </p:nvSpPr>
          <p:spPr>
            <a:xfrm>
              <a:off x="2613816" y="3501376"/>
              <a:ext cx="76200" cy="7620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algn="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B3B14C3B-E144-AD75-9B7B-5C975EC8E52B}"/>
                </a:ext>
              </a:extLst>
            </p:cNvPr>
            <p:cNvSpPr/>
            <p:nvPr/>
          </p:nvSpPr>
          <p:spPr>
            <a:xfrm>
              <a:off x="2766215" y="3501376"/>
              <a:ext cx="373715" cy="5715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algn="r"/>
              <a:endParaRPr lang="pt-BR"/>
            </a:p>
          </p:txBody>
        </p:sp>
      </p:grpSp>
      <p:graphicFrame>
        <p:nvGraphicFramePr>
          <p:cNvPr id="63" name="Objeto 62">
            <a:extLst>
              <a:ext uri="{FF2B5EF4-FFF2-40B4-BE49-F238E27FC236}">
                <a16:creationId xmlns:a16="http://schemas.microsoft.com/office/drawing/2014/main" id="{B83AAAB9-05C6-B044-2162-9ABCCCA249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766207"/>
              </p:ext>
            </p:extLst>
          </p:nvPr>
        </p:nvGraphicFramePr>
        <p:xfrm>
          <a:off x="3750540" y="1250626"/>
          <a:ext cx="1397720" cy="512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5" imgW="14914263" imgH="5463579" progId="CorelDraw.Graphic.18">
                  <p:embed/>
                </p:oleObj>
              </mc:Choice>
              <mc:Fallback>
                <p:oleObj name="CorelDRAW" r:id="rId5" imgW="14914263" imgH="5463579" progId="CorelDraw.Graphic.18">
                  <p:embed/>
                  <p:pic>
                    <p:nvPicPr>
                      <p:cNvPr id="45" name="Objeto 44">
                        <a:extLst>
                          <a:ext uri="{FF2B5EF4-FFF2-40B4-BE49-F238E27FC236}">
                            <a16:creationId xmlns:a16="http://schemas.microsoft.com/office/drawing/2014/main" id="{D116105D-1535-D262-B48D-40BB80A77B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50540" y="1250626"/>
                        <a:ext cx="1397720" cy="512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AA99300F-8D01-2405-B62F-7D326AD9038F}"/>
              </a:ext>
            </a:extLst>
          </p:cNvPr>
          <p:cNvGrpSpPr/>
          <p:nvPr/>
        </p:nvGrpSpPr>
        <p:grpSpPr>
          <a:xfrm>
            <a:off x="5826957" y="3001803"/>
            <a:ext cx="1019974" cy="996297"/>
            <a:chOff x="5826957" y="3001803"/>
            <a:chExt cx="1019974" cy="996297"/>
          </a:xfrm>
        </p:grpSpPr>
        <p:sp>
          <p:nvSpPr>
            <p:cNvPr id="89" name="Gráfico 73" descr="Régua com preenchimento sólido">
              <a:extLst>
                <a:ext uri="{FF2B5EF4-FFF2-40B4-BE49-F238E27FC236}">
                  <a16:creationId xmlns:a16="http://schemas.microsoft.com/office/drawing/2014/main" id="{399E2107-FC82-73DF-C863-DB3883D06A1E}"/>
                </a:ext>
              </a:extLst>
            </p:cNvPr>
            <p:cNvSpPr/>
            <p:nvPr/>
          </p:nvSpPr>
          <p:spPr>
            <a:xfrm rot="5557815">
              <a:off x="5992063" y="3001326"/>
              <a:ext cx="854392" cy="855345"/>
            </a:xfrm>
            <a:custGeom>
              <a:avLst/>
              <a:gdLst>
                <a:gd name="csX0" fmla="*/ 660083 w 854392"/>
                <a:gd name="csY0" fmla="*/ 0 h 855345"/>
                <a:gd name="csX1" fmla="*/ 0 w 854392"/>
                <a:gd name="csY1" fmla="*/ 660083 h 855345"/>
                <a:gd name="csX2" fmla="*/ 195263 w 854392"/>
                <a:gd name="csY2" fmla="*/ 855345 h 855345"/>
                <a:gd name="csX3" fmla="*/ 854393 w 854392"/>
                <a:gd name="csY3" fmla="*/ 196215 h 855345"/>
                <a:gd name="csX4" fmla="*/ 660083 w 854392"/>
                <a:gd name="csY4" fmla="*/ 0 h 855345"/>
                <a:gd name="csX5" fmla="*/ 673418 w 854392"/>
                <a:gd name="csY5" fmla="*/ 296228 h 855345"/>
                <a:gd name="csX6" fmla="*/ 599123 w 854392"/>
                <a:gd name="csY6" fmla="*/ 370523 h 855345"/>
                <a:gd name="csX7" fmla="*/ 540068 w 854392"/>
                <a:gd name="csY7" fmla="*/ 311468 h 855345"/>
                <a:gd name="csX8" fmla="*/ 513398 w 854392"/>
                <a:gd name="csY8" fmla="*/ 338138 h 855345"/>
                <a:gd name="csX9" fmla="*/ 572453 w 854392"/>
                <a:gd name="csY9" fmla="*/ 397193 h 855345"/>
                <a:gd name="csX10" fmla="*/ 498158 w 854392"/>
                <a:gd name="csY10" fmla="*/ 471488 h 855345"/>
                <a:gd name="csX11" fmla="*/ 439103 w 854392"/>
                <a:gd name="csY11" fmla="*/ 412433 h 855345"/>
                <a:gd name="csX12" fmla="*/ 412433 w 854392"/>
                <a:gd name="csY12" fmla="*/ 439103 h 855345"/>
                <a:gd name="csX13" fmla="*/ 471488 w 854392"/>
                <a:gd name="csY13" fmla="*/ 498158 h 855345"/>
                <a:gd name="csX14" fmla="*/ 397193 w 854392"/>
                <a:gd name="csY14" fmla="*/ 572453 h 855345"/>
                <a:gd name="csX15" fmla="*/ 338138 w 854392"/>
                <a:gd name="csY15" fmla="*/ 513398 h 855345"/>
                <a:gd name="csX16" fmla="*/ 311468 w 854392"/>
                <a:gd name="csY16" fmla="*/ 540068 h 855345"/>
                <a:gd name="csX17" fmla="*/ 370523 w 854392"/>
                <a:gd name="csY17" fmla="*/ 599123 h 855345"/>
                <a:gd name="csX18" fmla="*/ 296228 w 854392"/>
                <a:gd name="csY18" fmla="*/ 673418 h 855345"/>
                <a:gd name="csX19" fmla="*/ 237173 w 854392"/>
                <a:gd name="csY19" fmla="*/ 614363 h 855345"/>
                <a:gd name="csX20" fmla="*/ 210503 w 854392"/>
                <a:gd name="csY20" fmla="*/ 641033 h 855345"/>
                <a:gd name="csX21" fmla="*/ 269558 w 854392"/>
                <a:gd name="csY21" fmla="*/ 700088 h 855345"/>
                <a:gd name="csX22" fmla="*/ 196215 w 854392"/>
                <a:gd name="csY22" fmla="*/ 773430 h 855345"/>
                <a:gd name="csX23" fmla="*/ 81915 w 854392"/>
                <a:gd name="csY23" fmla="*/ 659130 h 855345"/>
                <a:gd name="csX24" fmla="*/ 660083 w 854392"/>
                <a:gd name="csY24" fmla="*/ 80963 h 855345"/>
                <a:gd name="csX25" fmla="*/ 774383 w 854392"/>
                <a:gd name="csY25" fmla="*/ 195263 h 855345"/>
                <a:gd name="csX26" fmla="*/ 701040 w 854392"/>
                <a:gd name="csY26" fmla="*/ 268605 h 855345"/>
                <a:gd name="csX27" fmla="*/ 641985 w 854392"/>
                <a:gd name="csY27" fmla="*/ 209550 h 855345"/>
                <a:gd name="csX28" fmla="*/ 614363 w 854392"/>
                <a:gd name="csY28" fmla="*/ 237173 h 855345"/>
                <a:gd name="csX29" fmla="*/ 673418 w 854392"/>
                <a:gd name="csY29" fmla="*/ 296228 h 8553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854392" h="855345">
                  <a:moveTo>
                    <a:pt x="660083" y="0"/>
                  </a:moveTo>
                  <a:lnTo>
                    <a:pt x="0" y="660083"/>
                  </a:lnTo>
                  <a:lnTo>
                    <a:pt x="195263" y="855345"/>
                  </a:lnTo>
                  <a:lnTo>
                    <a:pt x="854393" y="196215"/>
                  </a:lnTo>
                  <a:lnTo>
                    <a:pt x="660083" y="0"/>
                  </a:lnTo>
                  <a:close/>
                  <a:moveTo>
                    <a:pt x="673418" y="296228"/>
                  </a:moveTo>
                  <a:lnTo>
                    <a:pt x="599123" y="370523"/>
                  </a:lnTo>
                  <a:lnTo>
                    <a:pt x="540068" y="311468"/>
                  </a:lnTo>
                  <a:lnTo>
                    <a:pt x="513398" y="338138"/>
                  </a:lnTo>
                  <a:lnTo>
                    <a:pt x="572453" y="397193"/>
                  </a:lnTo>
                  <a:lnTo>
                    <a:pt x="498158" y="471488"/>
                  </a:lnTo>
                  <a:lnTo>
                    <a:pt x="439103" y="412433"/>
                  </a:lnTo>
                  <a:lnTo>
                    <a:pt x="412433" y="439103"/>
                  </a:lnTo>
                  <a:lnTo>
                    <a:pt x="471488" y="498158"/>
                  </a:lnTo>
                  <a:lnTo>
                    <a:pt x="397193" y="572453"/>
                  </a:lnTo>
                  <a:lnTo>
                    <a:pt x="338138" y="513398"/>
                  </a:lnTo>
                  <a:lnTo>
                    <a:pt x="311468" y="540068"/>
                  </a:lnTo>
                  <a:lnTo>
                    <a:pt x="370523" y="599123"/>
                  </a:lnTo>
                  <a:lnTo>
                    <a:pt x="296228" y="673418"/>
                  </a:lnTo>
                  <a:lnTo>
                    <a:pt x="237173" y="614363"/>
                  </a:lnTo>
                  <a:lnTo>
                    <a:pt x="210503" y="641033"/>
                  </a:lnTo>
                  <a:lnTo>
                    <a:pt x="269558" y="700088"/>
                  </a:lnTo>
                  <a:lnTo>
                    <a:pt x="196215" y="773430"/>
                  </a:lnTo>
                  <a:lnTo>
                    <a:pt x="81915" y="659130"/>
                  </a:lnTo>
                  <a:lnTo>
                    <a:pt x="660083" y="80963"/>
                  </a:lnTo>
                  <a:lnTo>
                    <a:pt x="774383" y="195263"/>
                  </a:lnTo>
                  <a:lnTo>
                    <a:pt x="701040" y="268605"/>
                  </a:lnTo>
                  <a:lnTo>
                    <a:pt x="641985" y="209550"/>
                  </a:lnTo>
                  <a:lnTo>
                    <a:pt x="614363" y="237173"/>
                  </a:lnTo>
                  <a:lnTo>
                    <a:pt x="673418" y="2962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8073D58B-B9E9-8F10-18DF-54E2A27C18FD}"/>
                </a:ext>
              </a:extLst>
            </p:cNvPr>
            <p:cNvSpPr/>
            <p:nvPr/>
          </p:nvSpPr>
          <p:spPr>
            <a:xfrm>
              <a:off x="5826957" y="3159900"/>
              <a:ext cx="838199" cy="838200"/>
            </a:xfrm>
            <a:custGeom>
              <a:avLst/>
              <a:gdLst>
                <a:gd name="csX0" fmla="*/ 0 w 838199"/>
                <a:gd name="csY0" fmla="*/ 0 h 838200"/>
                <a:gd name="csX1" fmla="*/ 0 w 838199"/>
                <a:gd name="csY1" fmla="*/ 838200 h 838200"/>
                <a:gd name="csX2" fmla="*/ 838200 w 838199"/>
                <a:gd name="csY2" fmla="*/ 838200 h 838200"/>
                <a:gd name="csX3" fmla="*/ 57150 w 838199"/>
                <a:gd name="csY3" fmla="*/ 685800 h 838200"/>
                <a:gd name="csX4" fmla="*/ 95250 w 838199"/>
                <a:gd name="csY4" fmla="*/ 685800 h 838200"/>
                <a:gd name="csX5" fmla="*/ 95250 w 838199"/>
                <a:gd name="csY5" fmla="*/ 647700 h 838200"/>
                <a:gd name="csX6" fmla="*/ 57150 w 838199"/>
                <a:gd name="csY6" fmla="*/ 647700 h 838200"/>
                <a:gd name="csX7" fmla="*/ 57150 w 838199"/>
                <a:gd name="csY7" fmla="*/ 552450 h 838200"/>
                <a:gd name="csX8" fmla="*/ 95250 w 838199"/>
                <a:gd name="csY8" fmla="*/ 552450 h 838200"/>
                <a:gd name="csX9" fmla="*/ 95250 w 838199"/>
                <a:gd name="csY9" fmla="*/ 514350 h 838200"/>
                <a:gd name="csX10" fmla="*/ 57150 w 838199"/>
                <a:gd name="csY10" fmla="*/ 514350 h 838200"/>
                <a:gd name="csX11" fmla="*/ 57150 w 838199"/>
                <a:gd name="csY11" fmla="*/ 419100 h 838200"/>
                <a:gd name="csX12" fmla="*/ 95250 w 838199"/>
                <a:gd name="csY12" fmla="*/ 419100 h 838200"/>
                <a:gd name="csX13" fmla="*/ 95250 w 838199"/>
                <a:gd name="csY13" fmla="*/ 381000 h 838200"/>
                <a:gd name="csX14" fmla="*/ 57150 w 838199"/>
                <a:gd name="csY14" fmla="*/ 381000 h 838200"/>
                <a:gd name="csX15" fmla="*/ 57150 w 838199"/>
                <a:gd name="csY15" fmla="*/ 285750 h 838200"/>
                <a:gd name="csX16" fmla="*/ 95250 w 838199"/>
                <a:gd name="csY16" fmla="*/ 285750 h 838200"/>
                <a:gd name="csX17" fmla="*/ 95250 w 838199"/>
                <a:gd name="csY17" fmla="*/ 247650 h 838200"/>
                <a:gd name="csX18" fmla="*/ 57150 w 838199"/>
                <a:gd name="csY18" fmla="*/ 247650 h 838200"/>
                <a:gd name="csX19" fmla="*/ 57150 w 838199"/>
                <a:gd name="csY19" fmla="*/ 137970 h 838200"/>
                <a:gd name="csX20" fmla="*/ 700230 w 838199"/>
                <a:gd name="csY20" fmla="*/ 781050 h 838200"/>
                <a:gd name="csX21" fmla="*/ 590550 w 838199"/>
                <a:gd name="csY21" fmla="*/ 781050 h 838200"/>
                <a:gd name="csX22" fmla="*/ 590550 w 838199"/>
                <a:gd name="csY22" fmla="*/ 742950 h 838200"/>
                <a:gd name="csX23" fmla="*/ 552450 w 838199"/>
                <a:gd name="csY23" fmla="*/ 742950 h 838200"/>
                <a:gd name="csX24" fmla="*/ 552450 w 838199"/>
                <a:gd name="csY24" fmla="*/ 781050 h 838200"/>
                <a:gd name="csX25" fmla="*/ 457200 w 838199"/>
                <a:gd name="csY25" fmla="*/ 781050 h 838200"/>
                <a:gd name="csX26" fmla="*/ 457200 w 838199"/>
                <a:gd name="csY26" fmla="*/ 742950 h 838200"/>
                <a:gd name="csX27" fmla="*/ 419100 w 838199"/>
                <a:gd name="csY27" fmla="*/ 742950 h 838200"/>
                <a:gd name="csX28" fmla="*/ 419100 w 838199"/>
                <a:gd name="csY28" fmla="*/ 781050 h 838200"/>
                <a:gd name="csX29" fmla="*/ 323850 w 838199"/>
                <a:gd name="csY29" fmla="*/ 781050 h 838200"/>
                <a:gd name="csX30" fmla="*/ 323850 w 838199"/>
                <a:gd name="csY30" fmla="*/ 742950 h 838200"/>
                <a:gd name="csX31" fmla="*/ 285750 w 838199"/>
                <a:gd name="csY31" fmla="*/ 742950 h 838200"/>
                <a:gd name="csX32" fmla="*/ 285750 w 838199"/>
                <a:gd name="csY32" fmla="*/ 781050 h 838200"/>
                <a:gd name="csX33" fmla="*/ 190500 w 838199"/>
                <a:gd name="csY33" fmla="*/ 781050 h 838200"/>
                <a:gd name="csX34" fmla="*/ 190500 w 838199"/>
                <a:gd name="csY34" fmla="*/ 742950 h 838200"/>
                <a:gd name="csX35" fmla="*/ 152400 w 838199"/>
                <a:gd name="csY35" fmla="*/ 742950 h 838200"/>
                <a:gd name="csX36" fmla="*/ 152400 w 838199"/>
                <a:gd name="csY36" fmla="*/ 781050 h 838200"/>
                <a:gd name="csX37" fmla="*/ 57150 w 838199"/>
                <a:gd name="csY37" fmla="*/ 781050 h 838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838199" h="838200">
                  <a:moveTo>
                    <a:pt x="0" y="0"/>
                  </a:moveTo>
                  <a:lnTo>
                    <a:pt x="0" y="838200"/>
                  </a:lnTo>
                  <a:lnTo>
                    <a:pt x="838200" y="838200"/>
                  </a:lnTo>
                  <a:close/>
                  <a:moveTo>
                    <a:pt x="57150" y="685800"/>
                  </a:moveTo>
                  <a:lnTo>
                    <a:pt x="95250" y="685800"/>
                  </a:lnTo>
                  <a:lnTo>
                    <a:pt x="95250" y="647700"/>
                  </a:lnTo>
                  <a:lnTo>
                    <a:pt x="57150" y="647700"/>
                  </a:lnTo>
                  <a:lnTo>
                    <a:pt x="57150" y="552450"/>
                  </a:lnTo>
                  <a:lnTo>
                    <a:pt x="95250" y="552450"/>
                  </a:lnTo>
                  <a:lnTo>
                    <a:pt x="95250" y="514350"/>
                  </a:lnTo>
                  <a:lnTo>
                    <a:pt x="57150" y="514350"/>
                  </a:lnTo>
                  <a:lnTo>
                    <a:pt x="57150" y="419100"/>
                  </a:lnTo>
                  <a:lnTo>
                    <a:pt x="95250" y="419100"/>
                  </a:lnTo>
                  <a:lnTo>
                    <a:pt x="95250" y="381000"/>
                  </a:lnTo>
                  <a:lnTo>
                    <a:pt x="57150" y="381000"/>
                  </a:lnTo>
                  <a:lnTo>
                    <a:pt x="57150" y="285750"/>
                  </a:lnTo>
                  <a:lnTo>
                    <a:pt x="95250" y="285750"/>
                  </a:lnTo>
                  <a:lnTo>
                    <a:pt x="95250" y="247650"/>
                  </a:lnTo>
                  <a:lnTo>
                    <a:pt x="57150" y="247650"/>
                  </a:lnTo>
                  <a:lnTo>
                    <a:pt x="57150" y="137970"/>
                  </a:lnTo>
                  <a:lnTo>
                    <a:pt x="700230" y="781050"/>
                  </a:lnTo>
                  <a:lnTo>
                    <a:pt x="590550" y="781050"/>
                  </a:lnTo>
                  <a:lnTo>
                    <a:pt x="590550" y="742950"/>
                  </a:lnTo>
                  <a:lnTo>
                    <a:pt x="552450" y="742950"/>
                  </a:lnTo>
                  <a:lnTo>
                    <a:pt x="552450" y="781050"/>
                  </a:lnTo>
                  <a:lnTo>
                    <a:pt x="457200" y="781050"/>
                  </a:lnTo>
                  <a:lnTo>
                    <a:pt x="457200" y="742950"/>
                  </a:lnTo>
                  <a:lnTo>
                    <a:pt x="419100" y="742950"/>
                  </a:lnTo>
                  <a:lnTo>
                    <a:pt x="419100" y="781050"/>
                  </a:lnTo>
                  <a:lnTo>
                    <a:pt x="323850" y="781050"/>
                  </a:lnTo>
                  <a:lnTo>
                    <a:pt x="323850" y="742950"/>
                  </a:lnTo>
                  <a:lnTo>
                    <a:pt x="285750" y="742950"/>
                  </a:lnTo>
                  <a:lnTo>
                    <a:pt x="285750" y="781050"/>
                  </a:lnTo>
                  <a:lnTo>
                    <a:pt x="190500" y="781050"/>
                  </a:lnTo>
                  <a:lnTo>
                    <a:pt x="190500" y="742950"/>
                  </a:lnTo>
                  <a:lnTo>
                    <a:pt x="152400" y="742950"/>
                  </a:lnTo>
                  <a:lnTo>
                    <a:pt x="152400" y="781050"/>
                  </a:lnTo>
                  <a:lnTo>
                    <a:pt x="57150" y="78105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96" name="Forma Livre: Forma 95">
              <a:extLst>
                <a:ext uri="{FF2B5EF4-FFF2-40B4-BE49-F238E27FC236}">
                  <a16:creationId xmlns:a16="http://schemas.microsoft.com/office/drawing/2014/main" id="{35ED66E0-A2E3-41E8-3399-D4B532947195}"/>
                </a:ext>
              </a:extLst>
            </p:cNvPr>
            <p:cNvSpPr/>
            <p:nvPr/>
          </p:nvSpPr>
          <p:spPr>
            <a:xfrm>
              <a:off x="5998407" y="3531375"/>
              <a:ext cx="295275" cy="295275"/>
            </a:xfrm>
            <a:custGeom>
              <a:avLst/>
              <a:gdLst>
                <a:gd name="csX0" fmla="*/ 0 w 295275"/>
                <a:gd name="csY0" fmla="*/ 0 h 295275"/>
                <a:gd name="csX1" fmla="*/ 0 w 295275"/>
                <a:gd name="csY1" fmla="*/ 295275 h 295275"/>
                <a:gd name="csX2" fmla="*/ 295275 w 295275"/>
                <a:gd name="csY2" fmla="*/ 295275 h 295275"/>
                <a:gd name="csX3" fmla="*/ 57150 w 295275"/>
                <a:gd name="csY3" fmla="*/ 137970 h 295275"/>
                <a:gd name="csX4" fmla="*/ 157305 w 295275"/>
                <a:gd name="csY4" fmla="*/ 238125 h 295275"/>
                <a:gd name="csX5" fmla="*/ 57150 w 295275"/>
                <a:gd name="csY5" fmla="*/ 238125 h 295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95275" h="295275">
                  <a:moveTo>
                    <a:pt x="0" y="0"/>
                  </a:moveTo>
                  <a:lnTo>
                    <a:pt x="0" y="295275"/>
                  </a:lnTo>
                  <a:lnTo>
                    <a:pt x="295275" y="295275"/>
                  </a:lnTo>
                  <a:close/>
                  <a:moveTo>
                    <a:pt x="57150" y="137970"/>
                  </a:moveTo>
                  <a:lnTo>
                    <a:pt x="157305" y="238125"/>
                  </a:lnTo>
                  <a:lnTo>
                    <a:pt x="57150" y="23812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12" name="Objeto 111">
            <a:extLst>
              <a:ext uri="{FF2B5EF4-FFF2-40B4-BE49-F238E27FC236}">
                <a16:creationId xmlns:a16="http://schemas.microsoft.com/office/drawing/2014/main" id="{A2B34748-868C-4BE0-ADC9-3354C8414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520487"/>
              </p:ext>
            </p:extLst>
          </p:nvPr>
        </p:nvGraphicFramePr>
        <p:xfrm>
          <a:off x="5365937" y="1227669"/>
          <a:ext cx="252637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7" imgW="31358888" imgH="6619824" progId="CorelDraw.Graphic.18">
                  <p:embed/>
                </p:oleObj>
              </mc:Choice>
              <mc:Fallback>
                <p:oleObj name="CorelDRAW" r:id="rId7" imgW="31358888" imgH="6619824" progId="CorelDraw.Graphic.1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65937" y="1227669"/>
                        <a:ext cx="2526373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35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Tema do Office</vt:lpstr>
      <vt:lpstr>CorelDRAW X8 Graphic</vt:lpstr>
      <vt:lpstr>CorelDRAW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H. Szczypior</dc:creator>
  <cp:lastModifiedBy>Guilherme H. Szczypior</cp:lastModifiedBy>
  <cp:revision>6</cp:revision>
  <dcterms:created xsi:type="dcterms:W3CDTF">2026-04-23T14:03:50Z</dcterms:created>
  <dcterms:modified xsi:type="dcterms:W3CDTF">2026-04-23T17:33:11Z</dcterms:modified>
</cp:coreProperties>
</file>